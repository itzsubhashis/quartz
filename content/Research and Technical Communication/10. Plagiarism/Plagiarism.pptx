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57" r:id="rId3"/>
    <p:sldId id="259" r:id="rId4"/>
    <p:sldId id="260" r:id="rId5"/>
    <p:sldId id="258" r:id="rId6"/>
    <p:sldId id="261" r:id="rId7"/>
    <p:sldId id="262" r:id="rId8"/>
    <p:sldId id="263" r:id="rId9"/>
    <p:sldId id="264" r:id="rId10"/>
    <p:sldId id="265" r:id="rId11"/>
    <p:sldId id="271" r:id="rId12"/>
    <p:sldId id="272" r:id="rId13"/>
    <p:sldId id="273" r:id="rId14"/>
    <p:sldId id="274" r:id="rId15"/>
    <p:sldId id="275" r:id="rId16"/>
    <p:sldId id="276" r:id="rId17"/>
    <p:sldId id="277" r:id="rId18"/>
    <p:sldId id="278" r:id="rId19"/>
    <p:sldId id="266" r:id="rId20"/>
    <p:sldId id="267" r:id="rId21"/>
    <p:sldId id="268" r:id="rId22"/>
    <p:sldId id="269" r:id="rId23"/>
    <p:sldId id="333" r:id="rId24"/>
    <p:sldId id="315" r:id="rId25"/>
    <p:sldId id="308" r:id="rId26"/>
    <p:sldId id="324" r:id="rId27"/>
    <p:sldId id="310" r:id="rId28"/>
    <p:sldId id="311" r:id="rId29"/>
    <p:sldId id="335" r:id="rId30"/>
    <p:sldId id="270" r:id="rId31"/>
    <p:sldId id="343" r:id="rId32"/>
    <p:sldId id="344" r:id="rId33"/>
    <p:sldId id="345" r:id="rId34"/>
    <p:sldId id="346" r:id="rId35"/>
    <p:sldId id="347" r:id="rId36"/>
    <p:sldId id="348" r:id="rId37"/>
    <p:sldId id="349" r:id="rId38"/>
    <p:sldId id="350" r:id="rId39"/>
    <p:sldId id="351" r:id="rId40"/>
    <p:sldId id="352" r:id="rId41"/>
    <p:sldId id="353" r:id="rId42"/>
    <p:sldId id="354" r:id="rId43"/>
    <p:sldId id="355" r:id="rId44"/>
    <p:sldId id="356" r:id="rId45"/>
    <p:sldId id="357" r:id="rId46"/>
    <p:sldId id="358" r:id="rId47"/>
    <p:sldId id="359" r:id="rId48"/>
    <p:sldId id="360" r:id="rId49"/>
    <p:sldId id="361" r:id="rId50"/>
    <p:sldId id="362" r:id="rId51"/>
    <p:sldId id="363" r:id="rId52"/>
    <p:sldId id="364" r:id="rId53"/>
    <p:sldId id="365" r:id="rId54"/>
    <p:sldId id="369" r:id="rId55"/>
    <p:sldId id="370" r:id="rId56"/>
    <p:sldId id="371" r:id="rId57"/>
    <p:sldId id="372" r:id="rId58"/>
    <p:sldId id="366" r:id="rId59"/>
    <p:sldId id="367" r:id="rId60"/>
    <p:sldId id="368" r:id="rId61"/>
    <p:sldId id="373"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D43517-8A40-4FA6-9ADA-BA5705648FDF}" v="86" dt="2025-09-18T05:42:21.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hman" userId="b92400c6-d630-4f43-bd6b-2b035b259fc7" providerId="ADAL" clId="{CBF0BDF3-AFE7-4050-AAB2-EA6A75C2C893}"/>
    <pc:docChg chg="undo custSel addSld delSld modSld">
      <pc:chgData name="Md Rahman" userId="b92400c6-d630-4f43-bd6b-2b035b259fc7" providerId="ADAL" clId="{CBF0BDF3-AFE7-4050-AAB2-EA6A75C2C893}" dt="2025-09-18T05:53:53.617" v="835" actId="113"/>
      <pc:docMkLst>
        <pc:docMk/>
      </pc:docMkLst>
      <pc:sldChg chg="modSp mod">
        <pc:chgData name="Md Rahman" userId="b92400c6-d630-4f43-bd6b-2b035b259fc7" providerId="ADAL" clId="{CBF0BDF3-AFE7-4050-AAB2-EA6A75C2C893}" dt="2025-09-16T06:22:56.404" v="187" actId="20577"/>
        <pc:sldMkLst>
          <pc:docMk/>
          <pc:sldMk cId="1646871695" sldId="265"/>
        </pc:sldMkLst>
        <pc:spChg chg="mod">
          <ac:chgData name="Md Rahman" userId="b92400c6-d630-4f43-bd6b-2b035b259fc7" providerId="ADAL" clId="{CBF0BDF3-AFE7-4050-AAB2-EA6A75C2C893}" dt="2025-09-16T06:22:56.404" v="187" actId="20577"/>
          <ac:spMkLst>
            <pc:docMk/>
            <pc:sldMk cId="1646871695" sldId="265"/>
            <ac:spMk id="3" creationId="{C56523C0-3A84-7ACA-21B2-D7DFF36B158F}"/>
          </ac:spMkLst>
        </pc:spChg>
      </pc:sldChg>
      <pc:sldChg chg="modSp new mod">
        <pc:chgData name="Md Rahman" userId="b92400c6-d630-4f43-bd6b-2b035b259fc7" providerId="ADAL" clId="{CBF0BDF3-AFE7-4050-AAB2-EA6A75C2C893}" dt="2025-09-16T06:38:12.563" v="250" actId="113"/>
        <pc:sldMkLst>
          <pc:docMk/>
          <pc:sldMk cId="2596835084" sldId="270"/>
        </pc:sldMkLst>
        <pc:spChg chg="mod">
          <ac:chgData name="Md Rahman" userId="b92400c6-d630-4f43-bd6b-2b035b259fc7" providerId="ADAL" clId="{CBF0BDF3-AFE7-4050-AAB2-EA6A75C2C893}" dt="2025-09-16T06:29:14.291" v="221" actId="113"/>
          <ac:spMkLst>
            <pc:docMk/>
            <pc:sldMk cId="2596835084" sldId="270"/>
            <ac:spMk id="2" creationId="{E2504936-41FB-AC8D-B5C2-B2AFA332ECC5}"/>
          </ac:spMkLst>
        </pc:spChg>
        <pc:spChg chg="mod">
          <ac:chgData name="Md Rahman" userId="b92400c6-d630-4f43-bd6b-2b035b259fc7" providerId="ADAL" clId="{CBF0BDF3-AFE7-4050-AAB2-EA6A75C2C893}" dt="2025-09-16T06:38:12.563" v="250" actId="113"/>
          <ac:spMkLst>
            <pc:docMk/>
            <pc:sldMk cId="2596835084" sldId="270"/>
            <ac:spMk id="3" creationId="{59C0D2B1-BD6F-69B2-0ED3-6B243C21AF83}"/>
          </ac:spMkLst>
        </pc:spChg>
      </pc:sldChg>
      <pc:sldChg chg="modSp new mod">
        <pc:chgData name="Md Rahman" userId="b92400c6-d630-4f43-bd6b-2b035b259fc7" providerId="ADAL" clId="{CBF0BDF3-AFE7-4050-AAB2-EA6A75C2C893}" dt="2025-09-16T06:11:29.310" v="9" actId="6549"/>
        <pc:sldMkLst>
          <pc:docMk/>
          <pc:sldMk cId="495413828" sldId="271"/>
        </pc:sldMkLst>
        <pc:spChg chg="mod">
          <ac:chgData name="Md Rahman" userId="b92400c6-d630-4f43-bd6b-2b035b259fc7" providerId="ADAL" clId="{CBF0BDF3-AFE7-4050-AAB2-EA6A75C2C893}" dt="2025-09-16T06:11:10.224" v="2"/>
          <ac:spMkLst>
            <pc:docMk/>
            <pc:sldMk cId="495413828" sldId="271"/>
            <ac:spMk id="2" creationId="{18719CFA-D3A1-0CF3-0104-2DFF47EF6B4D}"/>
          </ac:spMkLst>
        </pc:spChg>
        <pc:spChg chg="mod">
          <ac:chgData name="Md Rahman" userId="b92400c6-d630-4f43-bd6b-2b035b259fc7" providerId="ADAL" clId="{CBF0BDF3-AFE7-4050-AAB2-EA6A75C2C893}" dt="2025-09-16T06:11:29.310" v="9" actId="6549"/>
          <ac:spMkLst>
            <pc:docMk/>
            <pc:sldMk cId="495413828" sldId="271"/>
            <ac:spMk id="3" creationId="{40A6EF36-ED77-3F1A-2826-0A5A60082949}"/>
          </ac:spMkLst>
        </pc:spChg>
      </pc:sldChg>
      <pc:sldChg chg="modSp new mod">
        <pc:chgData name="Md Rahman" userId="b92400c6-d630-4f43-bd6b-2b035b259fc7" providerId="ADAL" clId="{CBF0BDF3-AFE7-4050-AAB2-EA6A75C2C893}" dt="2025-09-16T06:12:36.211" v="34" actId="20577"/>
        <pc:sldMkLst>
          <pc:docMk/>
          <pc:sldMk cId="2340526545" sldId="272"/>
        </pc:sldMkLst>
        <pc:spChg chg="mod">
          <ac:chgData name="Md Rahman" userId="b92400c6-d630-4f43-bd6b-2b035b259fc7" providerId="ADAL" clId="{CBF0BDF3-AFE7-4050-AAB2-EA6A75C2C893}" dt="2025-09-16T06:11:53.080" v="11"/>
          <ac:spMkLst>
            <pc:docMk/>
            <pc:sldMk cId="2340526545" sldId="272"/>
            <ac:spMk id="2" creationId="{9CD7C894-26F8-9306-AEEA-FD184AE1AB6F}"/>
          </ac:spMkLst>
        </pc:spChg>
        <pc:spChg chg="mod">
          <ac:chgData name="Md Rahman" userId="b92400c6-d630-4f43-bd6b-2b035b259fc7" providerId="ADAL" clId="{CBF0BDF3-AFE7-4050-AAB2-EA6A75C2C893}" dt="2025-09-16T06:12:36.211" v="34" actId="20577"/>
          <ac:spMkLst>
            <pc:docMk/>
            <pc:sldMk cId="2340526545" sldId="272"/>
            <ac:spMk id="3" creationId="{FBF6C07A-0663-68FB-9388-CA35A221D58A}"/>
          </ac:spMkLst>
        </pc:spChg>
      </pc:sldChg>
      <pc:sldChg chg="modSp new mod">
        <pc:chgData name="Md Rahman" userId="b92400c6-d630-4f43-bd6b-2b035b259fc7" providerId="ADAL" clId="{CBF0BDF3-AFE7-4050-AAB2-EA6A75C2C893}" dt="2025-09-16T06:13:32.923" v="58" actId="20577"/>
        <pc:sldMkLst>
          <pc:docMk/>
          <pc:sldMk cId="3473322045" sldId="273"/>
        </pc:sldMkLst>
        <pc:spChg chg="mod">
          <ac:chgData name="Md Rahman" userId="b92400c6-d630-4f43-bd6b-2b035b259fc7" providerId="ADAL" clId="{CBF0BDF3-AFE7-4050-AAB2-EA6A75C2C893}" dt="2025-09-16T06:12:53.985" v="36"/>
          <ac:spMkLst>
            <pc:docMk/>
            <pc:sldMk cId="3473322045" sldId="273"/>
            <ac:spMk id="2" creationId="{2E6733E5-514D-21BA-F8D2-4D5BBF850D79}"/>
          </ac:spMkLst>
        </pc:spChg>
        <pc:spChg chg="mod">
          <ac:chgData name="Md Rahman" userId="b92400c6-d630-4f43-bd6b-2b035b259fc7" providerId="ADAL" clId="{CBF0BDF3-AFE7-4050-AAB2-EA6A75C2C893}" dt="2025-09-16T06:13:32.923" v="58" actId="20577"/>
          <ac:spMkLst>
            <pc:docMk/>
            <pc:sldMk cId="3473322045" sldId="273"/>
            <ac:spMk id="3" creationId="{4136CD89-5C6B-1DB1-FB9B-8B170780004A}"/>
          </ac:spMkLst>
        </pc:spChg>
      </pc:sldChg>
      <pc:sldChg chg="modSp new mod">
        <pc:chgData name="Md Rahman" userId="b92400c6-d630-4f43-bd6b-2b035b259fc7" providerId="ADAL" clId="{CBF0BDF3-AFE7-4050-AAB2-EA6A75C2C893}" dt="2025-09-16T06:14:18.482" v="67" actId="6549"/>
        <pc:sldMkLst>
          <pc:docMk/>
          <pc:sldMk cId="721110204" sldId="274"/>
        </pc:sldMkLst>
        <pc:spChg chg="mod">
          <ac:chgData name="Md Rahman" userId="b92400c6-d630-4f43-bd6b-2b035b259fc7" providerId="ADAL" clId="{CBF0BDF3-AFE7-4050-AAB2-EA6A75C2C893}" dt="2025-09-16T06:13:57.224" v="60"/>
          <ac:spMkLst>
            <pc:docMk/>
            <pc:sldMk cId="721110204" sldId="274"/>
            <ac:spMk id="2" creationId="{AF973DE1-7D1D-331B-EDD6-74CC2C1986CA}"/>
          </ac:spMkLst>
        </pc:spChg>
        <pc:spChg chg="mod">
          <ac:chgData name="Md Rahman" userId="b92400c6-d630-4f43-bd6b-2b035b259fc7" providerId="ADAL" clId="{CBF0BDF3-AFE7-4050-AAB2-EA6A75C2C893}" dt="2025-09-16T06:14:18.482" v="67" actId="6549"/>
          <ac:spMkLst>
            <pc:docMk/>
            <pc:sldMk cId="721110204" sldId="274"/>
            <ac:spMk id="3" creationId="{04872066-5BD3-B30D-C73F-A17ED8B78CE2}"/>
          </ac:spMkLst>
        </pc:spChg>
      </pc:sldChg>
      <pc:sldChg chg="modSp new mod">
        <pc:chgData name="Md Rahman" userId="b92400c6-d630-4f43-bd6b-2b035b259fc7" providerId="ADAL" clId="{CBF0BDF3-AFE7-4050-AAB2-EA6A75C2C893}" dt="2025-09-16T06:15:07.749" v="82" actId="20577"/>
        <pc:sldMkLst>
          <pc:docMk/>
          <pc:sldMk cId="4284256494" sldId="275"/>
        </pc:sldMkLst>
        <pc:spChg chg="mod">
          <ac:chgData name="Md Rahman" userId="b92400c6-d630-4f43-bd6b-2b035b259fc7" providerId="ADAL" clId="{CBF0BDF3-AFE7-4050-AAB2-EA6A75C2C893}" dt="2025-09-16T06:14:36.988" v="69"/>
          <ac:spMkLst>
            <pc:docMk/>
            <pc:sldMk cId="4284256494" sldId="275"/>
            <ac:spMk id="2" creationId="{CE7D2DD3-4B51-F859-88B8-482ECCD41EDA}"/>
          </ac:spMkLst>
        </pc:spChg>
        <pc:spChg chg="mod">
          <ac:chgData name="Md Rahman" userId="b92400c6-d630-4f43-bd6b-2b035b259fc7" providerId="ADAL" clId="{CBF0BDF3-AFE7-4050-AAB2-EA6A75C2C893}" dt="2025-09-16T06:15:07.749" v="82" actId="20577"/>
          <ac:spMkLst>
            <pc:docMk/>
            <pc:sldMk cId="4284256494" sldId="275"/>
            <ac:spMk id="3" creationId="{F1F7BE1C-0CFD-6FF3-68D7-E38DB0DE486E}"/>
          </ac:spMkLst>
        </pc:spChg>
      </pc:sldChg>
      <pc:sldChg chg="modSp new mod">
        <pc:chgData name="Md Rahman" userId="b92400c6-d630-4f43-bd6b-2b035b259fc7" providerId="ADAL" clId="{CBF0BDF3-AFE7-4050-AAB2-EA6A75C2C893}" dt="2025-09-16T06:16:25.356" v="119" actId="113"/>
        <pc:sldMkLst>
          <pc:docMk/>
          <pc:sldMk cId="1914380220" sldId="276"/>
        </pc:sldMkLst>
        <pc:spChg chg="mod">
          <ac:chgData name="Md Rahman" userId="b92400c6-d630-4f43-bd6b-2b035b259fc7" providerId="ADAL" clId="{CBF0BDF3-AFE7-4050-AAB2-EA6A75C2C893}" dt="2025-09-16T06:15:20.536" v="84"/>
          <ac:spMkLst>
            <pc:docMk/>
            <pc:sldMk cId="1914380220" sldId="276"/>
            <ac:spMk id="2" creationId="{F429E8FC-A714-398E-20F2-7183750977AA}"/>
          </ac:spMkLst>
        </pc:spChg>
        <pc:spChg chg="mod">
          <ac:chgData name="Md Rahman" userId="b92400c6-d630-4f43-bd6b-2b035b259fc7" providerId="ADAL" clId="{CBF0BDF3-AFE7-4050-AAB2-EA6A75C2C893}" dt="2025-09-16T06:16:25.356" v="119" actId="113"/>
          <ac:spMkLst>
            <pc:docMk/>
            <pc:sldMk cId="1914380220" sldId="276"/>
            <ac:spMk id="3" creationId="{36B8A258-C075-3E82-07C9-4B9909AE7275}"/>
          </ac:spMkLst>
        </pc:spChg>
      </pc:sldChg>
      <pc:sldChg chg="modSp new mod">
        <pc:chgData name="Md Rahman" userId="b92400c6-d630-4f43-bd6b-2b035b259fc7" providerId="ADAL" clId="{CBF0BDF3-AFE7-4050-AAB2-EA6A75C2C893}" dt="2025-09-16T06:17:12.574" v="129" actId="20577"/>
        <pc:sldMkLst>
          <pc:docMk/>
          <pc:sldMk cId="3412307757" sldId="277"/>
        </pc:sldMkLst>
        <pc:spChg chg="mod">
          <ac:chgData name="Md Rahman" userId="b92400c6-d630-4f43-bd6b-2b035b259fc7" providerId="ADAL" clId="{CBF0BDF3-AFE7-4050-AAB2-EA6A75C2C893}" dt="2025-09-16T06:16:48.593" v="121"/>
          <ac:spMkLst>
            <pc:docMk/>
            <pc:sldMk cId="3412307757" sldId="277"/>
            <ac:spMk id="2" creationId="{7AA689D3-936F-3DA8-CD46-6E5579323D99}"/>
          </ac:spMkLst>
        </pc:spChg>
        <pc:spChg chg="mod">
          <ac:chgData name="Md Rahman" userId="b92400c6-d630-4f43-bd6b-2b035b259fc7" providerId="ADAL" clId="{CBF0BDF3-AFE7-4050-AAB2-EA6A75C2C893}" dt="2025-09-16T06:17:12.574" v="129" actId="20577"/>
          <ac:spMkLst>
            <pc:docMk/>
            <pc:sldMk cId="3412307757" sldId="277"/>
            <ac:spMk id="3" creationId="{3DFCCB15-7365-04B3-4AF9-1A847D521E75}"/>
          </ac:spMkLst>
        </pc:spChg>
      </pc:sldChg>
      <pc:sldChg chg="modSp new mod">
        <pc:chgData name="Md Rahman" userId="b92400c6-d630-4f43-bd6b-2b035b259fc7" providerId="ADAL" clId="{CBF0BDF3-AFE7-4050-AAB2-EA6A75C2C893}" dt="2025-09-16T06:17:45.781" v="139" actId="20577"/>
        <pc:sldMkLst>
          <pc:docMk/>
          <pc:sldMk cId="863096935" sldId="278"/>
        </pc:sldMkLst>
        <pc:spChg chg="mod">
          <ac:chgData name="Md Rahman" userId="b92400c6-d630-4f43-bd6b-2b035b259fc7" providerId="ADAL" clId="{CBF0BDF3-AFE7-4050-AAB2-EA6A75C2C893}" dt="2025-09-16T06:17:25.258" v="131"/>
          <ac:spMkLst>
            <pc:docMk/>
            <pc:sldMk cId="863096935" sldId="278"/>
            <ac:spMk id="2" creationId="{49EE172D-7335-3E89-D4AB-54758E763C0B}"/>
          </ac:spMkLst>
        </pc:spChg>
        <pc:spChg chg="mod">
          <ac:chgData name="Md Rahman" userId="b92400c6-d630-4f43-bd6b-2b035b259fc7" providerId="ADAL" clId="{CBF0BDF3-AFE7-4050-AAB2-EA6A75C2C893}" dt="2025-09-16T06:17:45.781" v="139" actId="20577"/>
          <ac:spMkLst>
            <pc:docMk/>
            <pc:sldMk cId="863096935" sldId="278"/>
            <ac:spMk id="3" creationId="{64E213C7-6D08-B2DB-FE4C-3F670A3CB143}"/>
          </ac:spMkLst>
        </pc:spChg>
      </pc:sldChg>
      <pc:sldChg chg="add del">
        <pc:chgData name="Md Rahman" userId="b92400c6-d630-4f43-bd6b-2b035b259fc7" providerId="ADAL" clId="{CBF0BDF3-AFE7-4050-AAB2-EA6A75C2C893}" dt="2025-09-18T05:03:05.328" v="458" actId="47"/>
        <pc:sldMkLst>
          <pc:docMk/>
          <pc:sldMk cId="0" sldId="305"/>
        </pc:sldMkLst>
      </pc:sldChg>
      <pc:sldChg chg="add">
        <pc:chgData name="Md Rahman" userId="b92400c6-d630-4f43-bd6b-2b035b259fc7" providerId="ADAL" clId="{CBF0BDF3-AFE7-4050-AAB2-EA6A75C2C893}" dt="2025-09-16T06:30:13.560" v="226"/>
        <pc:sldMkLst>
          <pc:docMk/>
          <pc:sldMk cId="0" sldId="308"/>
        </pc:sldMkLst>
      </pc:sldChg>
      <pc:sldChg chg="modSp add mod">
        <pc:chgData name="Md Rahman" userId="b92400c6-d630-4f43-bd6b-2b035b259fc7" providerId="ADAL" clId="{CBF0BDF3-AFE7-4050-AAB2-EA6A75C2C893}" dt="2025-09-16T06:31:00.163" v="230" actId="6549"/>
        <pc:sldMkLst>
          <pc:docMk/>
          <pc:sldMk cId="0" sldId="310"/>
        </pc:sldMkLst>
        <pc:spChg chg="mod">
          <ac:chgData name="Md Rahman" userId="b92400c6-d630-4f43-bd6b-2b035b259fc7" providerId="ADAL" clId="{CBF0BDF3-AFE7-4050-AAB2-EA6A75C2C893}" dt="2025-09-16T06:31:00.163" v="230" actId="6549"/>
          <ac:spMkLst>
            <pc:docMk/>
            <pc:sldMk cId="0" sldId="310"/>
            <ac:spMk id="121859" creationId="{A9E08F06-E396-CB36-3F5C-80A8289EB7D4}"/>
          </ac:spMkLst>
        </pc:spChg>
      </pc:sldChg>
      <pc:sldChg chg="add">
        <pc:chgData name="Md Rahman" userId="b92400c6-d630-4f43-bd6b-2b035b259fc7" providerId="ADAL" clId="{CBF0BDF3-AFE7-4050-AAB2-EA6A75C2C893}" dt="2025-09-16T06:31:25.859" v="231"/>
        <pc:sldMkLst>
          <pc:docMk/>
          <pc:sldMk cId="0" sldId="311"/>
        </pc:sldMkLst>
      </pc:sldChg>
      <pc:sldChg chg="add">
        <pc:chgData name="Md Rahman" userId="b92400c6-d630-4f43-bd6b-2b035b259fc7" providerId="ADAL" clId="{CBF0BDF3-AFE7-4050-AAB2-EA6A75C2C893}" dt="2025-09-16T06:27:32.128" v="197"/>
        <pc:sldMkLst>
          <pc:docMk/>
          <pc:sldMk cId="0" sldId="315"/>
        </pc:sldMkLst>
      </pc:sldChg>
      <pc:sldChg chg="add">
        <pc:chgData name="Md Rahman" userId="b92400c6-d630-4f43-bd6b-2b035b259fc7" providerId="ADAL" clId="{CBF0BDF3-AFE7-4050-AAB2-EA6A75C2C893}" dt="2025-09-16T06:30:27.912" v="227"/>
        <pc:sldMkLst>
          <pc:docMk/>
          <pc:sldMk cId="0" sldId="324"/>
        </pc:sldMkLst>
      </pc:sldChg>
      <pc:sldChg chg="add del">
        <pc:chgData name="Md Rahman" userId="b92400c6-d630-4f43-bd6b-2b035b259fc7" providerId="ADAL" clId="{CBF0BDF3-AFE7-4050-AAB2-EA6A75C2C893}" dt="2025-09-18T05:02:44.362" v="454" actId="47"/>
        <pc:sldMkLst>
          <pc:docMk/>
          <pc:sldMk cId="0" sldId="328"/>
        </pc:sldMkLst>
      </pc:sldChg>
      <pc:sldChg chg="modSp add mod">
        <pc:chgData name="Md Rahman" userId="b92400c6-d630-4f43-bd6b-2b035b259fc7" providerId="ADAL" clId="{CBF0BDF3-AFE7-4050-AAB2-EA6A75C2C893}" dt="2025-09-16T06:27:04.552" v="196" actId="207"/>
        <pc:sldMkLst>
          <pc:docMk/>
          <pc:sldMk cId="0" sldId="333"/>
        </pc:sldMkLst>
        <pc:spChg chg="mod">
          <ac:chgData name="Md Rahman" userId="b92400c6-d630-4f43-bd6b-2b035b259fc7" providerId="ADAL" clId="{CBF0BDF3-AFE7-4050-AAB2-EA6A75C2C893}" dt="2025-09-16T06:26:33.020" v="189" actId="207"/>
          <ac:spMkLst>
            <pc:docMk/>
            <pc:sldMk cId="0" sldId="333"/>
            <ac:spMk id="165891" creationId="{17A0FE45-426F-B5C1-3DB7-168FC177258B}"/>
          </ac:spMkLst>
        </pc:spChg>
        <pc:spChg chg="mod">
          <ac:chgData name="Md Rahman" userId="b92400c6-d630-4f43-bd6b-2b035b259fc7" providerId="ADAL" clId="{CBF0BDF3-AFE7-4050-AAB2-EA6A75C2C893}" dt="2025-09-16T06:26:52.646" v="193" actId="207"/>
          <ac:spMkLst>
            <pc:docMk/>
            <pc:sldMk cId="0" sldId="333"/>
            <ac:spMk id="165892" creationId="{3D9BB52A-9D70-CA42-B2D8-F2C811095AF8}"/>
          </ac:spMkLst>
        </pc:spChg>
        <pc:spChg chg="mod">
          <ac:chgData name="Md Rahman" userId="b92400c6-d630-4f43-bd6b-2b035b259fc7" providerId="ADAL" clId="{CBF0BDF3-AFE7-4050-AAB2-EA6A75C2C893}" dt="2025-09-16T06:26:59.981" v="195" actId="207"/>
          <ac:spMkLst>
            <pc:docMk/>
            <pc:sldMk cId="0" sldId="333"/>
            <ac:spMk id="165893" creationId="{BE10819A-0B05-C4D2-B8AC-8F90A549BA94}"/>
          </ac:spMkLst>
        </pc:spChg>
        <pc:spChg chg="mod">
          <ac:chgData name="Md Rahman" userId="b92400c6-d630-4f43-bd6b-2b035b259fc7" providerId="ADAL" clId="{CBF0BDF3-AFE7-4050-AAB2-EA6A75C2C893}" dt="2025-09-16T06:26:56.246" v="194" actId="207"/>
          <ac:spMkLst>
            <pc:docMk/>
            <pc:sldMk cId="0" sldId="333"/>
            <ac:spMk id="165894" creationId="{C94BE9FA-577A-0654-A546-4018E89C7D62}"/>
          </ac:spMkLst>
        </pc:spChg>
        <pc:spChg chg="mod">
          <ac:chgData name="Md Rahman" userId="b92400c6-d630-4f43-bd6b-2b035b259fc7" providerId="ADAL" clId="{CBF0BDF3-AFE7-4050-AAB2-EA6A75C2C893}" dt="2025-09-16T06:27:04.552" v="196" actId="207"/>
          <ac:spMkLst>
            <pc:docMk/>
            <pc:sldMk cId="0" sldId="333"/>
            <ac:spMk id="165895" creationId="{645EAFF4-8839-8B84-7CB6-19FFE47B7EEF}"/>
          </ac:spMkLst>
        </pc:spChg>
        <pc:spChg chg="mod">
          <ac:chgData name="Md Rahman" userId="b92400c6-d630-4f43-bd6b-2b035b259fc7" providerId="ADAL" clId="{CBF0BDF3-AFE7-4050-AAB2-EA6A75C2C893}" dt="2025-09-16T06:26:48.966" v="192" actId="207"/>
          <ac:spMkLst>
            <pc:docMk/>
            <pc:sldMk cId="0" sldId="333"/>
            <ac:spMk id="165897" creationId="{560AED00-8640-B9FB-18C1-601C704115E1}"/>
          </ac:spMkLst>
        </pc:spChg>
        <pc:spChg chg="mod">
          <ac:chgData name="Md Rahman" userId="b92400c6-d630-4f43-bd6b-2b035b259fc7" providerId="ADAL" clId="{CBF0BDF3-AFE7-4050-AAB2-EA6A75C2C893}" dt="2025-09-16T06:26:40.797" v="190" actId="207"/>
          <ac:spMkLst>
            <pc:docMk/>
            <pc:sldMk cId="0" sldId="333"/>
            <ac:spMk id="165899" creationId="{7CC06078-E13B-0091-DFB9-A4AB061AE210}"/>
          </ac:spMkLst>
        </pc:spChg>
        <pc:spChg chg="mod">
          <ac:chgData name="Md Rahman" userId="b92400c6-d630-4f43-bd6b-2b035b259fc7" providerId="ADAL" clId="{CBF0BDF3-AFE7-4050-AAB2-EA6A75C2C893}" dt="2025-09-16T06:26:45.422" v="191" actId="207"/>
          <ac:spMkLst>
            <pc:docMk/>
            <pc:sldMk cId="0" sldId="333"/>
            <ac:spMk id="165900" creationId="{2637EFAE-3403-4CBD-5D80-78BDAE93FBB2}"/>
          </ac:spMkLst>
        </pc:spChg>
      </pc:sldChg>
      <pc:sldChg chg="new del">
        <pc:chgData name="Md Rahman" userId="b92400c6-d630-4f43-bd6b-2b035b259fc7" providerId="ADAL" clId="{CBF0BDF3-AFE7-4050-AAB2-EA6A75C2C893}" dt="2025-09-16T06:38:16.178" v="251" actId="47"/>
        <pc:sldMkLst>
          <pc:docMk/>
          <pc:sldMk cId="2966454210" sldId="334"/>
        </pc:sldMkLst>
      </pc:sldChg>
      <pc:sldChg chg="add">
        <pc:chgData name="Md Rahman" userId="b92400c6-d630-4f43-bd6b-2b035b259fc7" providerId="ADAL" clId="{CBF0BDF3-AFE7-4050-AAB2-EA6A75C2C893}" dt="2025-09-16T06:31:44.056" v="232"/>
        <pc:sldMkLst>
          <pc:docMk/>
          <pc:sldMk cId="0" sldId="335"/>
        </pc:sldMkLst>
      </pc:sldChg>
      <pc:sldChg chg="modSp add del mod">
        <pc:chgData name="Md Rahman" userId="b92400c6-d630-4f43-bd6b-2b035b259fc7" providerId="ADAL" clId="{CBF0BDF3-AFE7-4050-AAB2-EA6A75C2C893}" dt="2025-09-16T06:33:22.919" v="236" actId="47"/>
        <pc:sldMkLst>
          <pc:docMk/>
          <pc:sldMk cId="0" sldId="336"/>
        </pc:sldMkLst>
      </pc:sldChg>
      <pc:sldChg chg="add del">
        <pc:chgData name="Md Rahman" userId="b92400c6-d630-4f43-bd6b-2b035b259fc7" providerId="ADAL" clId="{CBF0BDF3-AFE7-4050-AAB2-EA6A75C2C893}" dt="2025-09-18T05:02:40.475" v="453" actId="47"/>
        <pc:sldMkLst>
          <pc:docMk/>
          <pc:sldMk cId="0" sldId="337"/>
        </pc:sldMkLst>
      </pc:sldChg>
      <pc:sldChg chg="add del">
        <pc:chgData name="Md Rahman" userId="b92400c6-d630-4f43-bd6b-2b035b259fc7" providerId="ADAL" clId="{CBF0BDF3-AFE7-4050-AAB2-EA6A75C2C893}" dt="2025-09-18T05:02:52.445" v="456" actId="47"/>
        <pc:sldMkLst>
          <pc:docMk/>
          <pc:sldMk cId="0" sldId="339"/>
        </pc:sldMkLst>
      </pc:sldChg>
      <pc:sldChg chg="add del">
        <pc:chgData name="Md Rahman" userId="b92400c6-d630-4f43-bd6b-2b035b259fc7" providerId="ADAL" clId="{CBF0BDF3-AFE7-4050-AAB2-EA6A75C2C893}" dt="2025-09-16T06:33:46.850" v="237" actId="47"/>
        <pc:sldMkLst>
          <pc:docMk/>
          <pc:sldMk cId="0" sldId="340"/>
        </pc:sldMkLst>
      </pc:sldChg>
      <pc:sldChg chg="add del">
        <pc:chgData name="Md Rahman" userId="b92400c6-d630-4f43-bd6b-2b035b259fc7" providerId="ADAL" clId="{CBF0BDF3-AFE7-4050-AAB2-EA6A75C2C893}" dt="2025-09-18T05:02:49.469" v="455" actId="47"/>
        <pc:sldMkLst>
          <pc:docMk/>
          <pc:sldMk cId="0" sldId="341"/>
        </pc:sldMkLst>
      </pc:sldChg>
      <pc:sldChg chg="add del">
        <pc:chgData name="Md Rahman" userId="b92400c6-d630-4f43-bd6b-2b035b259fc7" providerId="ADAL" clId="{CBF0BDF3-AFE7-4050-AAB2-EA6A75C2C893}" dt="2025-09-18T05:02:55.004" v="457" actId="47"/>
        <pc:sldMkLst>
          <pc:docMk/>
          <pc:sldMk cId="0" sldId="342"/>
        </pc:sldMkLst>
      </pc:sldChg>
      <pc:sldChg chg="modSp new mod">
        <pc:chgData name="Md Rahman" userId="b92400c6-d630-4f43-bd6b-2b035b259fc7" providerId="ADAL" clId="{CBF0BDF3-AFE7-4050-AAB2-EA6A75C2C893}" dt="2025-09-16T06:40:53.169" v="427" actId="20577"/>
        <pc:sldMkLst>
          <pc:docMk/>
          <pc:sldMk cId="1050378370" sldId="343"/>
        </pc:sldMkLst>
        <pc:spChg chg="mod">
          <ac:chgData name="Md Rahman" userId="b92400c6-d630-4f43-bd6b-2b035b259fc7" providerId="ADAL" clId="{CBF0BDF3-AFE7-4050-AAB2-EA6A75C2C893}" dt="2025-09-16T06:38:56.802" v="287" actId="113"/>
          <ac:spMkLst>
            <pc:docMk/>
            <pc:sldMk cId="1050378370" sldId="343"/>
            <ac:spMk id="2" creationId="{2AA020FD-F46B-DCCA-995C-4CD743C5DF91}"/>
          </ac:spMkLst>
        </pc:spChg>
        <pc:spChg chg="mod">
          <ac:chgData name="Md Rahman" userId="b92400c6-d630-4f43-bd6b-2b035b259fc7" providerId="ADAL" clId="{CBF0BDF3-AFE7-4050-AAB2-EA6A75C2C893}" dt="2025-09-16T06:40:53.169" v="427" actId="20577"/>
          <ac:spMkLst>
            <pc:docMk/>
            <pc:sldMk cId="1050378370" sldId="343"/>
            <ac:spMk id="3" creationId="{D2A6D2DB-8710-5D72-4C5F-4D19B8682621}"/>
          </ac:spMkLst>
        </pc:spChg>
      </pc:sldChg>
      <pc:sldChg chg="modSp new mod">
        <pc:chgData name="Md Rahman" userId="b92400c6-d630-4f43-bd6b-2b035b259fc7" providerId="ADAL" clId="{CBF0BDF3-AFE7-4050-AAB2-EA6A75C2C893}" dt="2025-09-16T06:44:22.179" v="432"/>
        <pc:sldMkLst>
          <pc:docMk/>
          <pc:sldMk cId="1111587883" sldId="344"/>
        </pc:sldMkLst>
        <pc:spChg chg="mod">
          <ac:chgData name="Md Rahman" userId="b92400c6-d630-4f43-bd6b-2b035b259fc7" providerId="ADAL" clId="{CBF0BDF3-AFE7-4050-AAB2-EA6A75C2C893}" dt="2025-09-16T06:41:08.394" v="431" actId="113"/>
          <ac:spMkLst>
            <pc:docMk/>
            <pc:sldMk cId="1111587883" sldId="344"/>
            <ac:spMk id="2" creationId="{923BB3F5-FFB8-BB48-F75D-384F708BB858}"/>
          </ac:spMkLst>
        </pc:spChg>
        <pc:spChg chg="mod">
          <ac:chgData name="Md Rahman" userId="b92400c6-d630-4f43-bd6b-2b035b259fc7" providerId="ADAL" clId="{CBF0BDF3-AFE7-4050-AAB2-EA6A75C2C893}" dt="2025-09-16T06:44:22.179" v="432"/>
          <ac:spMkLst>
            <pc:docMk/>
            <pc:sldMk cId="1111587883" sldId="344"/>
            <ac:spMk id="3" creationId="{1D55CCAA-36BD-22BA-305B-0EE53871AAB7}"/>
          </ac:spMkLst>
        </pc:spChg>
      </pc:sldChg>
      <pc:sldChg chg="modSp new mod">
        <pc:chgData name="Md Rahman" userId="b92400c6-d630-4f43-bd6b-2b035b259fc7" providerId="ADAL" clId="{CBF0BDF3-AFE7-4050-AAB2-EA6A75C2C893}" dt="2025-09-16T06:51:02.331" v="438" actId="27636"/>
        <pc:sldMkLst>
          <pc:docMk/>
          <pc:sldMk cId="3288071820" sldId="345"/>
        </pc:sldMkLst>
        <pc:spChg chg="mod">
          <ac:chgData name="Md Rahman" userId="b92400c6-d630-4f43-bd6b-2b035b259fc7" providerId="ADAL" clId="{CBF0BDF3-AFE7-4050-AAB2-EA6A75C2C893}" dt="2025-09-16T06:44:45.106" v="436" actId="113"/>
          <ac:spMkLst>
            <pc:docMk/>
            <pc:sldMk cId="3288071820" sldId="345"/>
            <ac:spMk id="2" creationId="{EF278B49-30EA-D096-9497-0477E2A81E3C}"/>
          </ac:spMkLst>
        </pc:spChg>
        <pc:spChg chg="mod">
          <ac:chgData name="Md Rahman" userId="b92400c6-d630-4f43-bd6b-2b035b259fc7" providerId="ADAL" clId="{CBF0BDF3-AFE7-4050-AAB2-EA6A75C2C893}" dt="2025-09-16T06:51:02.331" v="438" actId="27636"/>
          <ac:spMkLst>
            <pc:docMk/>
            <pc:sldMk cId="3288071820" sldId="345"/>
            <ac:spMk id="3" creationId="{8664A5F8-F3FF-446D-58D2-055A43DDD389}"/>
          </ac:spMkLst>
        </pc:spChg>
      </pc:sldChg>
      <pc:sldChg chg="modSp new mod">
        <pc:chgData name="Md Rahman" userId="b92400c6-d630-4f43-bd6b-2b035b259fc7" providerId="ADAL" clId="{CBF0BDF3-AFE7-4050-AAB2-EA6A75C2C893}" dt="2025-09-16T06:54:05.809" v="443"/>
        <pc:sldMkLst>
          <pc:docMk/>
          <pc:sldMk cId="1172317390" sldId="346"/>
        </pc:sldMkLst>
        <pc:spChg chg="mod">
          <ac:chgData name="Md Rahman" userId="b92400c6-d630-4f43-bd6b-2b035b259fc7" providerId="ADAL" clId="{CBF0BDF3-AFE7-4050-AAB2-EA6A75C2C893}" dt="2025-09-16T06:51:19.403" v="442" actId="113"/>
          <ac:spMkLst>
            <pc:docMk/>
            <pc:sldMk cId="1172317390" sldId="346"/>
            <ac:spMk id="2" creationId="{4D368CAD-E829-EE36-7A1E-B0F0A992E52A}"/>
          </ac:spMkLst>
        </pc:spChg>
        <pc:spChg chg="mod">
          <ac:chgData name="Md Rahman" userId="b92400c6-d630-4f43-bd6b-2b035b259fc7" providerId="ADAL" clId="{CBF0BDF3-AFE7-4050-AAB2-EA6A75C2C893}" dt="2025-09-16T06:54:05.809" v="443"/>
          <ac:spMkLst>
            <pc:docMk/>
            <pc:sldMk cId="1172317390" sldId="346"/>
            <ac:spMk id="3" creationId="{CBB4FD33-9717-DF1D-9087-B2E6C5D2F072}"/>
          </ac:spMkLst>
        </pc:spChg>
      </pc:sldChg>
      <pc:sldChg chg="modSp new mod">
        <pc:chgData name="Md Rahman" userId="b92400c6-d630-4f43-bd6b-2b035b259fc7" providerId="ADAL" clId="{CBF0BDF3-AFE7-4050-AAB2-EA6A75C2C893}" dt="2025-09-16T06:59:46.482" v="452" actId="12"/>
        <pc:sldMkLst>
          <pc:docMk/>
          <pc:sldMk cId="2704600810" sldId="347"/>
        </pc:sldMkLst>
        <pc:spChg chg="mod">
          <ac:chgData name="Md Rahman" userId="b92400c6-d630-4f43-bd6b-2b035b259fc7" providerId="ADAL" clId="{CBF0BDF3-AFE7-4050-AAB2-EA6A75C2C893}" dt="2025-09-16T06:54:24.235" v="449" actId="113"/>
          <ac:spMkLst>
            <pc:docMk/>
            <pc:sldMk cId="2704600810" sldId="347"/>
            <ac:spMk id="2" creationId="{D166D34B-84DB-E6E2-A506-1B40171230CF}"/>
          </ac:spMkLst>
        </pc:spChg>
        <pc:spChg chg="mod">
          <ac:chgData name="Md Rahman" userId="b92400c6-d630-4f43-bd6b-2b035b259fc7" providerId="ADAL" clId="{CBF0BDF3-AFE7-4050-AAB2-EA6A75C2C893}" dt="2025-09-16T06:59:46.482" v="452" actId="12"/>
          <ac:spMkLst>
            <pc:docMk/>
            <pc:sldMk cId="2704600810" sldId="347"/>
            <ac:spMk id="3" creationId="{B86F6DE3-A287-7FAF-441C-D006265D88DF}"/>
          </ac:spMkLst>
        </pc:spChg>
      </pc:sldChg>
      <pc:sldChg chg="modSp new mod">
        <pc:chgData name="Md Rahman" userId="b92400c6-d630-4f43-bd6b-2b035b259fc7" providerId="ADAL" clId="{CBF0BDF3-AFE7-4050-AAB2-EA6A75C2C893}" dt="2025-09-18T05:04:12.262" v="467" actId="207"/>
        <pc:sldMkLst>
          <pc:docMk/>
          <pc:sldMk cId="171572572" sldId="348"/>
        </pc:sldMkLst>
        <pc:spChg chg="mod">
          <ac:chgData name="Md Rahman" userId="b92400c6-d630-4f43-bd6b-2b035b259fc7" providerId="ADAL" clId="{CBF0BDF3-AFE7-4050-AAB2-EA6A75C2C893}" dt="2025-09-18T05:03:18.462" v="461" actId="115"/>
          <ac:spMkLst>
            <pc:docMk/>
            <pc:sldMk cId="171572572" sldId="348"/>
            <ac:spMk id="2" creationId="{1BDFA874-3E91-AD74-F394-C015A891EED9}"/>
          </ac:spMkLst>
        </pc:spChg>
        <pc:spChg chg="mod">
          <ac:chgData name="Md Rahman" userId="b92400c6-d630-4f43-bd6b-2b035b259fc7" providerId="ADAL" clId="{CBF0BDF3-AFE7-4050-AAB2-EA6A75C2C893}" dt="2025-09-18T05:04:12.262" v="467" actId="207"/>
          <ac:spMkLst>
            <pc:docMk/>
            <pc:sldMk cId="171572572" sldId="348"/>
            <ac:spMk id="3" creationId="{989EF117-87C4-62CD-F29E-9F74FA3CF890}"/>
          </ac:spMkLst>
        </pc:spChg>
      </pc:sldChg>
      <pc:sldChg chg="addSp delSp modSp new mod setBg">
        <pc:chgData name="Md Rahman" userId="b92400c6-d630-4f43-bd6b-2b035b259fc7" providerId="ADAL" clId="{CBF0BDF3-AFE7-4050-AAB2-EA6A75C2C893}" dt="2025-09-18T05:07:30.019" v="488" actId="14100"/>
        <pc:sldMkLst>
          <pc:docMk/>
          <pc:sldMk cId="4055043075" sldId="349"/>
        </pc:sldMkLst>
        <pc:spChg chg="add del mod">
          <ac:chgData name="Md Rahman" userId="b92400c6-d630-4f43-bd6b-2b035b259fc7" providerId="ADAL" clId="{CBF0BDF3-AFE7-4050-AAB2-EA6A75C2C893}" dt="2025-09-18T05:07:30.019" v="488" actId="14100"/>
          <ac:spMkLst>
            <pc:docMk/>
            <pc:sldMk cId="4055043075" sldId="349"/>
            <ac:spMk id="2" creationId="{9B5B63C5-669E-79F7-EBB0-1EEA5D04B717}"/>
          </ac:spMkLst>
        </pc:spChg>
        <pc:spChg chg="del">
          <ac:chgData name="Md Rahman" userId="b92400c6-d630-4f43-bd6b-2b035b259fc7" providerId="ADAL" clId="{CBF0BDF3-AFE7-4050-AAB2-EA6A75C2C893}" dt="2025-09-18T05:06:07.402" v="469" actId="22"/>
          <ac:spMkLst>
            <pc:docMk/>
            <pc:sldMk cId="4055043075" sldId="349"/>
            <ac:spMk id="3" creationId="{907C484D-80CF-11FC-68DA-88B9FCC9FCD5}"/>
          </ac:spMkLst>
        </pc:spChg>
        <pc:spChg chg="add">
          <ac:chgData name="Md Rahman" userId="b92400c6-d630-4f43-bd6b-2b035b259fc7" providerId="ADAL" clId="{CBF0BDF3-AFE7-4050-AAB2-EA6A75C2C893}" dt="2025-09-18T05:07:00.196" v="482" actId="26606"/>
          <ac:spMkLst>
            <pc:docMk/>
            <pc:sldMk cId="4055043075" sldId="349"/>
            <ac:spMk id="7" creationId="{D4771268-CB57-404A-9271-370EB28F6090}"/>
          </ac:spMkLst>
        </pc:spChg>
        <pc:spChg chg="add del">
          <ac:chgData name="Md Rahman" userId="b92400c6-d630-4f43-bd6b-2b035b259fc7" providerId="ADAL" clId="{CBF0BDF3-AFE7-4050-AAB2-EA6A75C2C893}" dt="2025-09-18T05:06:20.754" v="471" actId="26606"/>
          <ac:spMkLst>
            <pc:docMk/>
            <pc:sldMk cId="4055043075" sldId="349"/>
            <ac:spMk id="10" creationId="{42A4FC2C-047E-45A5-965D-8E1E3BF09BC6}"/>
          </ac:spMkLst>
        </pc:spChg>
        <pc:picChg chg="add mod ord">
          <ac:chgData name="Md Rahman" userId="b92400c6-d630-4f43-bd6b-2b035b259fc7" providerId="ADAL" clId="{CBF0BDF3-AFE7-4050-AAB2-EA6A75C2C893}" dt="2025-09-18T05:07:11.547" v="484" actId="14100"/>
          <ac:picMkLst>
            <pc:docMk/>
            <pc:sldMk cId="4055043075" sldId="349"/>
            <ac:picMk id="5" creationId="{57226E0B-F66A-A965-08C4-C76EC6EE91AA}"/>
          </ac:picMkLst>
        </pc:picChg>
      </pc:sldChg>
      <pc:sldChg chg="addSp delSp modSp new mod setBg">
        <pc:chgData name="Md Rahman" userId="b92400c6-d630-4f43-bd6b-2b035b259fc7" providerId="ADAL" clId="{CBF0BDF3-AFE7-4050-AAB2-EA6A75C2C893}" dt="2025-09-18T05:08:59.556" v="501" actId="14100"/>
        <pc:sldMkLst>
          <pc:docMk/>
          <pc:sldMk cId="1834492400" sldId="350"/>
        </pc:sldMkLst>
        <pc:spChg chg="mod">
          <ac:chgData name="Md Rahman" userId="b92400c6-d630-4f43-bd6b-2b035b259fc7" providerId="ADAL" clId="{CBF0BDF3-AFE7-4050-AAB2-EA6A75C2C893}" dt="2025-09-18T05:08:55.307" v="500" actId="26606"/>
          <ac:spMkLst>
            <pc:docMk/>
            <pc:sldMk cId="1834492400" sldId="350"/>
            <ac:spMk id="2" creationId="{13B19145-3360-D43A-21B9-C1454D6CB758}"/>
          </ac:spMkLst>
        </pc:spChg>
        <pc:spChg chg="del">
          <ac:chgData name="Md Rahman" userId="b92400c6-d630-4f43-bd6b-2b035b259fc7" providerId="ADAL" clId="{CBF0BDF3-AFE7-4050-AAB2-EA6A75C2C893}" dt="2025-09-18T05:08:36.164" v="490" actId="22"/>
          <ac:spMkLst>
            <pc:docMk/>
            <pc:sldMk cId="1834492400" sldId="350"/>
            <ac:spMk id="3" creationId="{2943E8B7-C751-CDF3-13A5-FB26277D73D2}"/>
          </ac:spMkLst>
        </pc:spChg>
        <pc:spChg chg="add">
          <ac:chgData name="Md Rahman" userId="b92400c6-d630-4f43-bd6b-2b035b259fc7" providerId="ADAL" clId="{CBF0BDF3-AFE7-4050-AAB2-EA6A75C2C893}" dt="2025-09-18T05:08:55.307" v="500" actId="26606"/>
          <ac:spMkLst>
            <pc:docMk/>
            <pc:sldMk cId="1834492400" sldId="350"/>
            <ac:spMk id="10" creationId="{D4771268-CB57-404A-9271-370EB28F6090}"/>
          </ac:spMkLst>
        </pc:spChg>
        <pc:picChg chg="add mod ord">
          <ac:chgData name="Md Rahman" userId="b92400c6-d630-4f43-bd6b-2b035b259fc7" providerId="ADAL" clId="{CBF0BDF3-AFE7-4050-AAB2-EA6A75C2C893}" dt="2025-09-18T05:08:59.556" v="501" actId="14100"/>
          <ac:picMkLst>
            <pc:docMk/>
            <pc:sldMk cId="1834492400" sldId="350"/>
            <ac:picMk id="5" creationId="{8F14FC61-D391-4B76-7056-7635B75B0436}"/>
          </ac:picMkLst>
        </pc:picChg>
      </pc:sldChg>
      <pc:sldChg chg="modSp new mod">
        <pc:chgData name="Md Rahman" userId="b92400c6-d630-4f43-bd6b-2b035b259fc7" providerId="ADAL" clId="{CBF0BDF3-AFE7-4050-AAB2-EA6A75C2C893}" dt="2025-09-18T05:10:42.434" v="506" actId="6549"/>
        <pc:sldMkLst>
          <pc:docMk/>
          <pc:sldMk cId="890813935" sldId="351"/>
        </pc:sldMkLst>
        <pc:spChg chg="mod">
          <ac:chgData name="Md Rahman" userId="b92400c6-d630-4f43-bd6b-2b035b259fc7" providerId="ADAL" clId="{CBF0BDF3-AFE7-4050-AAB2-EA6A75C2C893}" dt="2025-09-18T05:10:22.217" v="503"/>
          <ac:spMkLst>
            <pc:docMk/>
            <pc:sldMk cId="890813935" sldId="351"/>
            <ac:spMk id="2" creationId="{BA198E48-702B-7B5A-C716-2D19EC89E158}"/>
          </ac:spMkLst>
        </pc:spChg>
        <pc:spChg chg="mod">
          <ac:chgData name="Md Rahman" userId="b92400c6-d630-4f43-bd6b-2b035b259fc7" providerId="ADAL" clId="{CBF0BDF3-AFE7-4050-AAB2-EA6A75C2C893}" dt="2025-09-18T05:10:42.434" v="506" actId="6549"/>
          <ac:spMkLst>
            <pc:docMk/>
            <pc:sldMk cId="890813935" sldId="351"/>
            <ac:spMk id="3" creationId="{39D001E2-4356-DC38-31A3-BBA602DD51D2}"/>
          </ac:spMkLst>
        </pc:spChg>
      </pc:sldChg>
      <pc:sldChg chg="addSp delSp modSp new mod setBg">
        <pc:chgData name="Md Rahman" userId="b92400c6-d630-4f43-bd6b-2b035b259fc7" providerId="ADAL" clId="{CBF0BDF3-AFE7-4050-AAB2-EA6A75C2C893}" dt="2025-09-18T05:14:51.580" v="546" actId="14100"/>
        <pc:sldMkLst>
          <pc:docMk/>
          <pc:sldMk cId="2597428609" sldId="352"/>
        </pc:sldMkLst>
        <pc:spChg chg="mod">
          <ac:chgData name="Md Rahman" userId="b92400c6-d630-4f43-bd6b-2b035b259fc7" providerId="ADAL" clId="{CBF0BDF3-AFE7-4050-AAB2-EA6A75C2C893}" dt="2025-09-18T05:14:31.378" v="544" actId="26606"/>
          <ac:spMkLst>
            <pc:docMk/>
            <pc:sldMk cId="2597428609" sldId="352"/>
            <ac:spMk id="2" creationId="{585653BB-81A8-9BF6-E776-2664BAF53F26}"/>
          </ac:spMkLst>
        </pc:spChg>
        <pc:spChg chg="del">
          <ac:chgData name="Md Rahman" userId="b92400c6-d630-4f43-bd6b-2b035b259fc7" providerId="ADAL" clId="{CBF0BDF3-AFE7-4050-AAB2-EA6A75C2C893}" dt="2025-09-18T05:11:33.918" v="508" actId="22"/>
          <ac:spMkLst>
            <pc:docMk/>
            <pc:sldMk cId="2597428609" sldId="352"/>
            <ac:spMk id="3" creationId="{9B6F76C3-0565-DA6A-AFD0-36E3B2D60FC5}"/>
          </ac:spMkLst>
        </pc:spChg>
        <pc:spChg chg="add">
          <ac:chgData name="Md Rahman" userId="b92400c6-d630-4f43-bd6b-2b035b259fc7" providerId="ADAL" clId="{CBF0BDF3-AFE7-4050-AAB2-EA6A75C2C893}" dt="2025-09-18T05:14:31.378" v="544" actId="26606"/>
          <ac:spMkLst>
            <pc:docMk/>
            <pc:sldMk cId="2597428609" sldId="352"/>
            <ac:spMk id="10" creationId="{6753252F-4873-4F63-801D-CC719279A7D5}"/>
          </ac:spMkLst>
        </pc:spChg>
        <pc:spChg chg="add">
          <ac:chgData name="Md Rahman" userId="b92400c6-d630-4f43-bd6b-2b035b259fc7" providerId="ADAL" clId="{CBF0BDF3-AFE7-4050-AAB2-EA6A75C2C893}" dt="2025-09-18T05:14:31.378" v="544" actId="26606"/>
          <ac:spMkLst>
            <pc:docMk/>
            <pc:sldMk cId="2597428609" sldId="352"/>
            <ac:spMk id="12" creationId="{047C8CCB-F95D-4249-92DD-651249D3535A}"/>
          </ac:spMkLst>
        </pc:spChg>
        <pc:picChg chg="add mod ord">
          <ac:chgData name="Md Rahman" userId="b92400c6-d630-4f43-bd6b-2b035b259fc7" providerId="ADAL" clId="{CBF0BDF3-AFE7-4050-AAB2-EA6A75C2C893}" dt="2025-09-18T05:14:51.580" v="546" actId="14100"/>
          <ac:picMkLst>
            <pc:docMk/>
            <pc:sldMk cId="2597428609" sldId="352"/>
            <ac:picMk id="5" creationId="{CF25DD23-F702-11C1-6116-83AFE4E93CBA}"/>
          </ac:picMkLst>
        </pc:picChg>
      </pc:sldChg>
      <pc:sldChg chg="delSp add del setBg delDesignElem">
        <pc:chgData name="Md Rahman" userId="b92400c6-d630-4f43-bd6b-2b035b259fc7" providerId="ADAL" clId="{CBF0BDF3-AFE7-4050-AAB2-EA6A75C2C893}" dt="2025-09-18T05:12:14.070" v="520" actId="47"/>
        <pc:sldMkLst>
          <pc:docMk/>
          <pc:sldMk cId="596915850" sldId="353"/>
        </pc:sldMkLst>
        <pc:spChg chg="del">
          <ac:chgData name="Md Rahman" userId="b92400c6-d630-4f43-bd6b-2b035b259fc7" providerId="ADAL" clId="{CBF0BDF3-AFE7-4050-AAB2-EA6A75C2C893}" dt="2025-09-18T05:12:04.202" v="519"/>
          <ac:spMkLst>
            <pc:docMk/>
            <pc:sldMk cId="596915850" sldId="353"/>
            <ac:spMk id="7" creationId="{E4461ED6-A337-D43E-29D8-478D61C552A2}"/>
          </ac:spMkLst>
        </pc:spChg>
      </pc:sldChg>
      <pc:sldChg chg="modSp new mod">
        <pc:chgData name="Md Rahman" userId="b92400c6-d630-4f43-bd6b-2b035b259fc7" providerId="ADAL" clId="{CBF0BDF3-AFE7-4050-AAB2-EA6A75C2C893}" dt="2025-09-18T05:16:52.463" v="557" actId="113"/>
        <pc:sldMkLst>
          <pc:docMk/>
          <pc:sldMk cId="794733287" sldId="353"/>
        </pc:sldMkLst>
        <pc:spChg chg="mod">
          <ac:chgData name="Md Rahman" userId="b92400c6-d630-4f43-bd6b-2b035b259fc7" providerId="ADAL" clId="{CBF0BDF3-AFE7-4050-AAB2-EA6A75C2C893}" dt="2025-09-18T05:15:53.601" v="549" actId="115"/>
          <ac:spMkLst>
            <pc:docMk/>
            <pc:sldMk cId="794733287" sldId="353"/>
            <ac:spMk id="2" creationId="{90C06626-411C-5AA4-DC0B-C6862D7BD2B3}"/>
          </ac:spMkLst>
        </pc:spChg>
        <pc:spChg chg="mod">
          <ac:chgData name="Md Rahman" userId="b92400c6-d630-4f43-bd6b-2b035b259fc7" providerId="ADAL" clId="{CBF0BDF3-AFE7-4050-AAB2-EA6A75C2C893}" dt="2025-09-18T05:16:52.463" v="557" actId="113"/>
          <ac:spMkLst>
            <pc:docMk/>
            <pc:sldMk cId="794733287" sldId="353"/>
            <ac:spMk id="3" creationId="{975489CB-667D-E585-0A0A-02F86646864C}"/>
          </ac:spMkLst>
        </pc:spChg>
      </pc:sldChg>
      <pc:sldChg chg="modSp new mod">
        <pc:chgData name="Md Rahman" userId="b92400c6-d630-4f43-bd6b-2b035b259fc7" providerId="ADAL" clId="{CBF0BDF3-AFE7-4050-AAB2-EA6A75C2C893}" dt="2025-09-18T05:24:26.431" v="729" actId="20577"/>
        <pc:sldMkLst>
          <pc:docMk/>
          <pc:sldMk cId="4207015129" sldId="354"/>
        </pc:sldMkLst>
        <pc:spChg chg="mod">
          <ac:chgData name="Md Rahman" userId="b92400c6-d630-4f43-bd6b-2b035b259fc7" providerId="ADAL" clId="{CBF0BDF3-AFE7-4050-AAB2-EA6A75C2C893}" dt="2025-09-18T05:24:26.431" v="729" actId="20577"/>
          <ac:spMkLst>
            <pc:docMk/>
            <pc:sldMk cId="4207015129" sldId="354"/>
            <ac:spMk id="2" creationId="{53C0E1CB-4B26-FF78-C2BE-4568E7A8051E}"/>
          </ac:spMkLst>
        </pc:spChg>
        <pc:spChg chg="mod">
          <ac:chgData name="Md Rahman" userId="b92400c6-d630-4f43-bd6b-2b035b259fc7" providerId="ADAL" clId="{CBF0BDF3-AFE7-4050-AAB2-EA6A75C2C893}" dt="2025-09-18T05:17:30.999" v="577" actId="20577"/>
          <ac:spMkLst>
            <pc:docMk/>
            <pc:sldMk cId="4207015129" sldId="354"/>
            <ac:spMk id="3" creationId="{A4526AA8-504F-B543-148A-25623DBE0DFB}"/>
          </ac:spMkLst>
        </pc:spChg>
      </pc:sldChg>
      <pc:sldChg chg="modSp new mod">
        <pc:chgData name="Md Rahman" userId="b92400c6-d630-4f43-bd6b-2b035b259fc7" providerId="ADAL" clId="{CBF0BDF3-AFE7-4050-AAB2-EA6A75C2C893}" dt="2025-09-18T05:24:19.847" v="728" actId="113"/>
        <pc:sldMkLst>
          <pc:docMk/>
          <pc:sldMk cId="2332408062" sldId="355"/>
        </pc:sldMkLst>
        <pc:spChg chg="mod">
          <ac:chgData name="Md Rahman" userId="b92400c6-d630-4f43-bd6b-2b035b259fc7" providerId="ADAL" clId="{CBF0BDF3-AFE7-4050-AAB2-EA6A75C2C893}" dt="2025-09-18T05:24:19.847" v="728" actId="113"/>
          <ac:spMkLst>
            <pc:docMk/>
            <pc:sldMk cId="2332408062" sldId="355"/>
            <ac:spMk id="2" creationId="{B109CE59-A6C3-0435-F010-9202B6BBB410}"/>
          </ac:spMkLst>
        </pc:spChg>
        <pc:spChg chg="mod">
          <ac:chgData name="Md Rahman" userId="b92400c6-d630-4f43-bd6b-2b035b259fc7" providerId="ADAL" clId="{CBF0BDF3-AFE7-4050-AAB2-EA6A75C2C893}" dt="2025-09-18T05:18:01.344" v="588" actId="27636"/>
          <ac:spMkLst>
            <pc:docMk/>
            <pc:sldMk cId="2332408062" sldId="355"/>
            <ac:spMk id="3" creationId="{18D8AF41-BD13-20FD-B15D-6A1714AACF2B}"/>
          </ac:spMkLst>
        </pc:spChg>
      </pc:sldChg>
      <pc:sldChg chg="modSp new mod">
        <pc:chgData name="Md Rahman" userId="b92400c6-d630-4f43-bd6b-2b035b259fc7" providerId="ADAL" clId="{CBF0BDF3-AFE7-4050-AAB2-EA6A75C2C893}" dt="2025-09-18T05:24:15.396" v="727" actId="20577"/>
        <pc:sldMkLst>
          <pc:docMk/>
          <pc:sldMk cId="2120760592" sldId="356"/>
        </pc:sldMkLst>
        <pc:spChg chg="mod">
          <ac:chgData name="Md Rahman" userId="b92400c6-d630-4f43-bd6b-2b035b259fc7" providerId="ADAL" clId="{CBF0BDF3-AFE7-4050-AAB2-EA6A75C2C893}" dt="2025-09-18T05:24:15.396" v="727" actId="20577"/>
          <ac:spMkLst>
            <pc:docMk/>
            <pc:sldMk cId="2120760592" sldId="356"/>
            <ac:spMk id="2" creationId="{77005774-7E20-D65C-8105-6F1A6A76E43F}"/>
          </ac:spMkLst>
        </pc:spChg>
        <pc:spChg chg="mod">
          <ac:chgData name="Md Rahman" userId="b92400c6-d630-4f43-bd6b-2b035b259fc7" providerId="ADAL" clId="{CBF0BDF3-AFE7-4050-AAB2-EA6A75C2C893}" dt="2025-09-18T05:19:31.320" v="623" actId="20577"/>
          <ac:spMkLst>
            <pc:docMk/>
            <pc:sldMk cId="2120760592" sldId="356"/>
            <ac:spMk id="3" creationId="{E7EA417D-2094-611D-1799-1F1B2061D0F9}"/>
          </ac:spMkLst>
        </pc:spChg>
      </pc:sldChg>
      <pc:sldChg chg="modSp new mod">
        <pc:chgData name="Md Rahman" userId="b92400c6-d630-4f43-bd6b-2b035b259fc7" providerId="ADAL" clId="{CBF0BDF3-AFE7-4050-AAB2-EA6A75C2C893}" dt="2025-09-18T05:24:08.511" v="725" actId="113"/>
        <pc:sldMkLst>
          <pc:docMk/>
          <pc:sldMk cId="1957003282" sldId="357"/>
        </pc:sldMkLst>
        <pc:spChg chg="mod">
          <ac:chgData name="Md Rahman" userId="b92400c6-d630-4f43-bd6b-2b035b259fc7" providerId="ADAL" clId="{CBF0BDF3-AFE7-4050-AAB2-EA6A75C2C893}" dt="2025-09-18T05:24:08.511" v="725" actId="113"/>
          <ac:spMkLst>
            <pc:docMk/>
            <pc:sldMk cId="1957003282" sldId="357"/>
            <ac:spMk id="2" creationId="{7F50D032-5CF5-361E-9E57-1072B7A1D5BE}"/>
          </ac:spMkLst>
        </pc:spChg>
        <pc:spChg chg="mod">
          <ac:chgData name="Md Rahman" userId="b92400c6-d630-4f43-bd6b-2b035b259fc7" providerId="ADAL" clId="{CBF0BDF3-AFE7-4050-AAB2-EA6A75C2C893}" dt="2025-09-18T05:21:06.334" v="668" actId="20577"/>
          <ac:spMkLst>
            <pc:docMk/>
            <pc:sldMk cId="1957003282" sldId="357"/>
            <ac:spMk id="3" creationId="{8E392730-596E-9202-0571-E06764AB1327}"/>
          </ac:spMkLst>
        </pc:spChg>
      </pc:sldChg>
      <pc:sldChg chg="modSp new mod">
        <pc:chgData name="Md Rahman" userId="b92400c6-d630-4f43-bd6b-2b035b259fc7" providerId="ADAL" clId="{CBF0BDF3-AFE7-4050-AAB2-EA6A75C2C893}" dt="2025-09-18T05:24:03.581" v="724" actId="20577"/>
        <pc:sldMkLst>
          <pc:docMk/>
          <pc:sldMk cId="2383282518" sldId="358"/>
        </pc:sldMkLst>
        <pc:spChg chg="mod">
          <ac:chgData name="Md Rahman" userId="b92400c6-d630-4f43-bd6b-2b035b259fc7" providerId="ADAL" clId="{CBF0BDF3-AFE7-4050-AAB2-EA6A75C2C893}" dt="2025-09-18T05:24:03.581" v="724" actId="20577"/>
          <ac:spMkLst>
            <pc:docMk/>
            <pc:sldMk cId="2383282518" sldId="358"/>
            <ac:spMk id="2" creationId="{854A893E-5168-7275-2137-B6F17C5E3E59}"/>
          </ac:spMkLst>
        </pc:spChg>
        <pc:spChg chg="mod">
          <ac:chgData name="Md Rahman" userId="b92400c6-d630-4f43-bd6b-2b035b259fc7" providerId="ADAL" clId="{CBF0BDF3-AFE7-4050-AAB2-EA6A75C2C893}" dt="2025-09-18T05:21:58.647" v="695" actId="113"/>
          <ac:spMkLst>
            <pc:docMk/>
            <pc:sldMk cId="2383282518" sldId="358"/>
            <ac:spMk id="3" creationId="{A282B2AD-0E23-2491-8687-99A546A0E878}"/>
          </ac:spMkLst>
        </pc:spChg>
      </pc:sldChg>
      <pc:sldChg chg="modSp new mod">
        <pc:chgData name="Md Rahman" userId="b92400c6-d630-4f43-bd6b-2b035b259fc7" providerId="ADAL" clId="{CBF0BDF3-AFE7-4050-AAB2-EA6A75C2C893}" dt="2025-09-18T05:23:54.110" v="721" actId="113"/>
        <pc:sldMkLst>
          <pc:docMk/>
          <pc:sldMk cId="3270134568" sldId="359"/>
        </pc:sldMkLst>
        <pc:spChg chg="mod">
          <ac:chgData name="Md Rahman" userId="b92400c6-d630-4f43-bd6b-2b035b259fc7" providerId="ADAL" clId="{CBF0BDF3-AFE7-4050-AAB2-EA6A75C2C893}" dt="2025-09-18T05:23:54.110" v="721" actId="113"/>
          <ac:spMkLst>
            <pc:docMk/>
            <pc:sldMk cId="3270134568" sldId="359"/>
            <ac:spMk id="2" creationId="{FEE71C06-C7C3-AFEC-5AF4-2AA2879E6EB5}"/>
          </ac:spMkLst>
        </pc:spChg>
        <pc:spChg chg="mod">
          <ac:chgData name="Md Rahman" userId="b92400c6-d630-4f43-bd6b-2b035b259fc7" providerId="ADAL" clId="{CBF0BDF3-AFE7-4050-AAB2-EA6A75C2C893}" dt="2025-09-18T05:22:23.315" v="704"/>
          <ac:spMkLst>
            <pc:docMk/>
            <pc:sldMk cId="3270134568" sldId="359"/>
            <ac:spMk id="3" creationId="{21C5C638-63F3-5E7A-33DD-8923E9615A7D}"/>
          </ac:spMkLst>
        </pc:spChg>
      </pc:sldChg>
      <pc:sldChg chg="modSp new mod">
        <pc:chgData name="Md Rahman" userId="b92400c6-d630-4f43-bd6b-2b035b259fc7" providerId="ADAL" clId="{CBF0BDF3-AFE7-4050-AAB2-EA6A75C2C893}" dt="2025-09-18T05:23:04.525" v="709" actId="20577"/>
        <pc:sldMkLst>
          <pc:docMk/>
          <pc:sldMk cId="2312330482" sldId="360"/>
        </pc:sldMkLst>
        <pc:spChg chg="mod">
          <ac:chgData name="Md Rahman" userId="b92400c6-d630-4f43-bd6b-2b035b259fc7" providerId="ADAL" clId="{CBF0BDF3-AFE7-4050-AAB2-EA6A75C2C893}" dt="2025-09-18T05:22:46.647" v="707" actId="115"/>
          <ac:spMkLst>
            <pc:docMk/>
            <pc:sldMk cId="2312330482" sldId="360"/>
            <ac:spMk id="2" creationId="{BA42F346-6B74-27CA-7880-1BDFE0B3EA99}"/>
          </ac:spMkLst>
        </pc:spChg>
        <pc:spChg chg="mod">
          <ac:chgData name="Md Rahman" userId="b92400c6-d630-4f43-bd6b-2b035b259fc7" providerId="ADAL" clId="{CBF0BDF3-AFE7-4050-AAB2-EA6A75C2C893}" dt="2025-09-18T05:23:04.525" v="709" actId="20577"/>
          <ac:spMkLst>
            <pc:docMk/>
            <pc:sldMk cId="2312330482" sldId="360"/>
            <ac:spMk id="3" creationId="{4E13FCD4-FC60-AD5D-FF0C-D6DE701534F0}"/>
          </ac:spMkLst>
        </pc:spChg>
      </pc:sldChg>
      <pc:sldChg chg="modSp new mod">
        <pc:chgData name="Md Rahman" userId="b92400c6-d630-4f43-bd6b-2b035b259fc7" providerId="ADAL" clId="{CBF0BDF3-AFE7-4050-AAB2-EA6A75C2C893}" dt="2025-09-18T05:23:39.055" v="720"/>
        <pc:sldMkLst>
          <pc:docMk/>
          <pc:sldMk cId="4252586765" sldId="361"/>
        </pc:sldMkLst>
        <pc:spChg chg="mod">
          <ac:chgData name="Md Rahman" userId="b92400c6-d630-4f43-bd6b-2b035b259fc7" providerId="ADAL" clId="{CBF0BDF3-AFE7-4050-AAB2-EA6A75C2C893}" dt="2025-09-18T05:23:24.494" v="719" actId="113"/>
          <ac:spMkLst>
            <pc:docMk/>
            <pc:sldMk cId="4252586765" sldId="361"/>
            <ac:spMk id="2" creationId="{336488D4-4DCF-BDBB-51CF-801A7DE4C128}"/>
          </ac:spMkLst>
        </pc:spChg>
        <pc:spChg chg="mod">
          <ac:chgData name="Md Rahman" userId="b92400c6-d630-4f43-bd6b-2b035b259fc7" providerId="ADAL" clId="{CBF0BDF3-AFE7-4050-AAB2-EA6A75C2C893}" dt="2025-09-18T05:23:39.055" v="720"/>
          <ac:spMkLst>
            <pc:docMk/>
            <pc:sldMk cId="4252586765" sldId="361"/>
            <ac:spMk id="3" creationId="{ABCCBDD8-B8F3-9325-7B7B-C48866FD4ECC}"/>
          </ac:spMkLst>
        </pc:spChg>
      </pc:sldChg>
      <pc:sldChg chg="modSp new mod">
        <pc:chgData name="Md Rahman" userId="b92400c6-d630-4f43-bd6b-2b035b259fc7" providerId="ADAL" clId="{CBF0BDF3-AFE7-4050-AAB2-EA6A75C2C893}" dt="2025-09-18T05:25:24.112" v="735" actId="20577"/>
        <pc:sldMkLst>
          <pc:docMk/>
          <pc:sldMk cId="2221440697" sldId="362"/>
        </pc:sldMkLst>
        <pc:spChg chg="mod">
          <ac:chgData name="Md Rahman" userId="b92400c6-d630-4f43-bd6b-2b035b259fc7" providerId="ADAL" clId="{CBF0BDF3-AFE7-4050-AAB2-EA6A75C2C893}" dt="2025-09-18T05:25:02.400" v="732" actId="115"/>
          <ac:spMkLst>
            <pc:docMk/>
            <pc:sldMk cId="2221440697" sldId="362"/>
            <ac:spMk id="2" creationId="{085B2E72-060A-9239-2B27-2EDC1B490408}"/>
          </ac:spMkLst>
        </pc:spChg>
        <pc:spChg chg="mod">
          <ac:chgData name="Md Rahman" userId="b92400c6-d630-4f43-bd6b-2b035b259fc7" providerId="ADAL" clId="{CBF0BDF3-AFE7-4050-AAB2-EA6A75C2C893}" dt="2025-09-18T05:25:24.112" v="735" actId="20577"/>
          <ac:spMkLst>
            <pc:docMk/>
            <pc:sldMk cId="2221440697" sldId="362"/>
            <ac:spMk id="3" creationId="{C4B58C20-8FD3-7933-1C45-1FC96E441A77}"/>
          </ac:spMkLst>
        </pc:spChg>
      </pc:sldChg>
      <pc:sldChg chg="modSp new mod">
        <pc:chgData name="Md Rahman" userId="b92400c6-d630-4f43-bd6b-2b035b259fc7" providerId="ADAL" clId="{CBF0BDF3-AFE7-4050-AAB2-EA6A75C2C893}" dt="2025-09-18T05:25:57.181" v="739"/>
        <pc:sldMkLst>
          <pc:docMk/>
          <pc:sldMk cId="3975139966" sldId="363"/>
        </pc:sldMkLst>
        <pc:spChg chg="mod">
          <ac:chgData name="Md Rahman" userId="b92400c6-d630-4f43-bd6b-2b035b259fc7" providerId="ADAL" clId="{CBF0BDF3-AFE7-4050-AAB2-EA6A75C2C893}" dt="2025-09-18T05:25:41.304" v="738" actId="113"/>
          <ac:spMkLst>
            <pc:docMk/>
            <pc:sldMk cId="3975139966" sldId="363"/>
            <ac:spMk id="2" creationId="{898940BF-E2F7-80F2-87E4-5BC484708A41}"/>
          </ac:spMkLst>
        </pc:spChg>
        <pc:spChg chg="mod">
          <ac:chgData name="Md Rahman" userId="b92400c6-d630-4f43-bd6b-2b035b259fc7" providerId="ADAL" clId="{CBF0BDF3-AFE7-4050-AAB2-EA6A75C2C893}" dt="2025-09-18T05:25:57.181" v="739"/>
          <ac:spMkLst>
            <pc:docMk/>
            <pc:sldMk cId="3975139966" sldId="363"/>
            <ac:spMk id="3" creationId="{07EC542D-33E4-2A9A-12FB-861D1FFF931A}"/>
          </ac:spMkLst>
        </pc:spChg>
      </pc:sldChg>
      <pc:sldChg chg="modSp new mod">
        <pc:chgData name="Md Rahman" userId="b92400c6-d630-4f43-bd6b-2b035b259fc7" providerId="ADAL" clId="{CBF0BDF3-AFE7-4050-AAB2-EA6A75C2C893}" dt="2025-09-18T05:26:39.893" v="744" actId="6549"/>
        <pc:sldMkLst>
          <pc:docMk/>
          <pc:sldMk cId="3328816611" sldId="364"/>
        </pc:sldMkLst>
        <pc:spChg chg="mod">
          <ac:chgData name="Md Rahman" userId="b92400c6-d630-4f43-bd6b-2b035b259fc7" providerId="ADAL" clId="{CBF0BDF3-AFE7-4050-AAB2-EA6A75C2C893}" dt="2025-09-18T05:26:25.112" v="742" actId="113"/>
          <ac:spMkLst>
            <pc:docMk/>
            <pc:sldMk cId="3328816611" sldId="364"/>
            <ac:spMk id="2" creationId="{60053E95-4E2D-818A-B59B-F9B38A17FC8E}"/>
          </ac:spMkLst>
        </pc:spChg>
        <pc:spChg chg="mod">
          <ac:chgData name="Md Rahman" userId="b92400c6-d630-4f43-bd6b-2b035b259fc7" providerId="ADAL" clId="{CBF0BDF3-AFE7-4050-AAB2-EA6A75C2C893}" dt="2025-09-18T05:26:39.893" v="744" actId="6549"/>
          <ac:spMkLst>
            <pc:docMk/>
            <pc:sldMk cId="3328816611" sldId="364"/>
            <ac:spMk id="3" creationId="{01ECB186-8353-23A0-0EFA-47E2F9C1A9D0}"/>
          </ac:spMkLst>
        </pc:spChg>
      </pc:sldChg>
      <pc:sldChg chg="modSp new mod">
        <pc:chgData name="Md Rahman" userId="b92400c6-d630-4f43-bd6b-2b035b259fc7" providerId="ADAL" clId="{CBF0BDF3-AFE7-4050-AAB2-EA6A75C2C893}" dt="2025-09-18T05:27:20.232" v="749"/>
        <pc:sldMkLst>
          <pc:docMk/>
          <pc:sldMk cId="1602636591" sldId="365"/>
        </pc:sldMkLst>
        <pc:spChg chg="mod">
          <ac:chgData name="Md Rahman" userId="b92400c6-d630-4f43-bd6b-2b035b259fc7" providerId="ADAL" clId="{CBF0BDF3-AFE7-4050-AAB2-EA6A75C2C893}" dt="2025-09-18T05:27:20.232" v="749"/>
          <ac:spMkLst>
            <pc:docMk/>
            <pc:sldMk cId="1602636591" sldId="365"/>
            <ac:spMk id="3" creationId="{EA88584C-08F2-6418-890F-C3A4811A7EEC}"/>
          </ac:spMkLst>
        </pc:spChg>
      </pc:sldChg>
      <pc:sldChg chg="modSp new mod">
        <pc:chgData name="Md Rahman" userId="b92400c6-d630-4f43-bd6b-2b035b259fc7" providerId="ADAL" clId="{CBF0BDF3-AFE7-4050-AAB2-EA6A75C2C893}" dt="2025-09-18T05:29:32.141" v="756" actId="20577"/>
        <pc:sldMkLst>
          <pc:docMk/>
          <pc:sldMk cId="3010581243" sldId="366"/>
        </pc:sldMkLst>
        <pc:spChg chg="mod">
          <ac:chgData name="Md Rahman" userId="b92400c6-d630-4f43-bd6b-2b035b259fc7" providerId="ADAL" clId="{CBF0BDF3-AFE7-4050-AAB2-EA6A75C2C893}" dt="2025-09-18T05:29:09.008" v="752" actId="115"/>
          <ac:spMkLst>
            <pc:docMk/>
            <pc:sldMk cId="3010581243" sldId="366"/>
            <ac:spMk id="2" creationId="{2BE3B2A5-EC97-BFAF-CA4C-30166FC11A5B}"/>
          </ac:spMkLst>
        </pc:spChg>
        <pc:spChg chg="mod">
          <ac:chgData name="Md Rahman" userId="b92400c6-d630-4f43-bd6b-2b035b259fc7" providerId="ADAL" clId="{CBF0BDF3-AFE7-4050-AAB2-EA6A75C2C893}" dt="2025-09-18T05:29:32.141" v="756" actId="20577"/>
          <ac:spMkLst>
            <pc:docMk/>
            <pc:sldMk cId="3010581243" sldId="366"/>
            <ac:spMk id="3" creationId="{A36EA498-6BD4-1664-D80F-8E7579F9DAD2}"/>
          </ac:spMkLst>
        </pc:spChg>
      </pc:sldChg>
      <pc:sldChg chg="modSp new mod">
        <pc:chgData name="Md Rahman" userId="b92400c6-d630-4f43-bd6b-2b035b259fc7" providerId="ADAL" clId="{CBF0BDF3-AFE7-4050-AAB2-EA6A75C2C893}" dt="2025-09-18T05:29:57.733" v="760" actId="20577"/>
        <pc:sldMkLst>
          <pc:docMk/>
          <pc:sldMk cId="1790385634" sldId="367"/>
        </pc:sldMkLst>
        <pc:spChg chg="mod">
          <ac:chgData name="Md Rahman" userId="b92400c6-d630-4f43-bd6b-2b035b259fc7" providerId="ADAL" clId="{CBF0BDF3-AFE7-4050-AAB2-EA6A75C2C893}" dt="2025-09-18T05:29:57.733" v="760" actId="20577"/>
          <ac:spMkLst>
            <pc:docMk/>
            <pc:sldMk cId="1790385634" sldId="367"/>
            <ac:spMk id="3" creationId="{D252E4C5-9718-037A-5F3A-24F7EF25CB55}"/>
          </ac:spMkLst>
        </pc:spChg>
      </pc:sldChg>
      <pc:sldChg chg="addSp modSp new mod setBg">
        <pc:chgData name="Md Rahman" userId="b92400c6-d630-4f43-bd6b-2b035b259fc7" providerId="ADAL" clId="{CBF0BDF3-AFE7-4050-AAB2-EA6A75C2C893}" dt="2025-09-18T05:53:14.718" v="818" actId="26606"/>
        <pc:sldMkLst>
          <pc:docMk/>
          <pc:sldMk cId="3061465141" sldId="368"/>
        </pc:sldMkLst>
        <pc:spChg chg="mod">
          <ac:chgData name="Md Rahman" userId="b92400c6-d630-4f43-bd6b-2b035b259fc7" providerId="ADAL" clId="{CBF0BDF3-AFE7-4050-AAB2-EA6A75C2C893}" dt="2025-09-18T05:53:14.718" v="818" actId="26606"/>
          <ac:spMkLst>
            <pc:docMk/>
            <pc:sldMk cId="3061465141" sldId="368"/>
            <ac:spMk id="2" creationId="{07A18CC7-2AAA-2824-4BBF-3ACE1AF4A697}"/>
          </ac:spMkLst>
        </pc:spChg>
        <pc:spChg chg="mod ord">
          <ac:chgData name="Md Rahman" userId="b92400c6-d630-4f43-bd6b-2b035b259fc7" providerId="ADAL" clId="{CBF0BDF3-AFE7-4050-AAB2-EA6A75C2C893}" dt="2025-09-18T05:53:14.718" v="818" actId="26606"/>
          <ac:spMkLst>
            <pc:docMk/>
            <pc:sldMk cId="3061465141" sldId="368"/>
            <ac:spMk id="3" creationId="{1C6C1FBC-1CA9-E6BF-C59C-78F267E21F9E}"/>
          </ac:spMkLst>
        </pc:spChg>
        <pc:spChg chg="add">
          <ac:chgData name="Md Rahman" userId="b92400c6-d630-4f43-bd6b-2b035b259fc7" providerId="ADAL" clId="{CBF0BDF3-AFE7-4050-AAB2-EA6A75C2C893}" dt="2025-09-18T05:53:14.718" v="818" actId="26606"/>
          <ac:spMkLst>
            <pc:docMk/>
            <pc:sldMk cId="3061465141" sldId="368"/>
            <ac:spMk id="10" creationId="{BB7169B8-2507-43F4-A148-FA791CD9C678}"/>
          </ac:spMkLst>
        </pc:spChg>
        <pc:grpChg chg="add">
          <ac:chgData name="Md Rahman" userId="b92400c6-d630-4f43-bd6b-2b035b259fc7" providerId="ADAL" clId="{CBF0BDF3-AFE7-4050-AAB2-EA6A75C2C893}" dt="2025-09-18T05:53:14.718" v="818" actId="26606"/>
          <ac:grpSpMkLst>
            <pc:docMk/>
            <pc:sldMk cId="3061465141" sldId="368"/>
            <ac:grpSpMk id="14" creationId="{15575A9B-DBF3-42FB-B0CA-CF2CC74D4552}"/>
          </ac:grpSpMkLst>
        </pc:grpChg>
        <pc:picChg chg="add mod">
          <ac:chgData name="Md Rahman" userId="b92400c6-d630-4f43-bd6b-2b035b259fc7" providerId="ADAL" clId="{CBF0BDF3-AFE7-4050-AAB2-EA6A75C2C893}" dt="2025-09-18T05:53:14.718" v="818" actId="26606"/>
          <ac:picMkLst>
            <pc:docMk/>
            <pc:sldMk cId="3061465141" sldId="368"/>
            <ac:picMk id="5" creationId="{E6A3FC91-C145-4CD7-D607-F5EF302B39D2}"/>
          </ac:picMkLst>
        </pc:picChg>
        <pc:cxnChg chg="add">
          <ac:chgData name="Md Rahman" userId="b92400c6-d630-4f43-bd6b-2b035b259fc7" providerId="ADAL" clId="{CBF0BDF3-AFE7-4050-AAB2-EA6A75C2C893}" dt="2025-09-18T05:53:14.718" v="818" actId="26606"/>
          <ac:cxnSpMkLst>
            <pc:docMk/>
            <pc:sldMk cId="3061465141" sldId="368"/>
            <ac:cxnSpMk id="12" creationId="{C49DA8F6-BCC1-4447-B54C-57856834B94B}"/>
          </ac:cxnSpMkLst>
        </pc:cxnChg>
      </pc:sldChg>
      <pc:sldChg chg="modSp new mod">
        <pc:chgData name="Md Rahman" userId="b92400c6-d630-4f43-bd6b-2b035b259fc7" providerId="ADAL" clId="{CBF0BDF3-AFE7-4050-AAB2-EA6A75C2C893}" dt="2025-09-18T05:41:26.909" v="789" actId="20577"/>
        <pc:sldMkLst>
          <pc:docMk/>
          <pc:sldMk cId="2926353443" sldId="369"/>
        </pc:sldMkLst>
        <pc:spChg chg="mod">
          <ac:chgData name="Md Rahman" userId="b92400c6-d630-4f43-bd6b-2b035b259fc7" providerId="ADAL" clId="{CBF0BDF3-AFE7-4050-AAB2-EA6A75C2C893}" dt="2025-09-18T05:41:11.329" v="787" actId="20577"/>
          <ac:spMkLst>
            <pc:docMk/>
            <pc:sldMk cId="2926353443" sldId="369"/>
            <ac:spMk id="2" creationId="{D5E1D331-99B4-001B-79A1-6C1549A9FBDC}"/>
          </ac:spMkLst>
        </pc:spChg>
        <pc:spChg chg="mod">
          <ac:chgData name="Md Rahman" userId="b92400c6-d630-4f43-bd6b-2b035b259fc7" providerId="ADAL" clId="{CBF0BDF3-AFE7-4050-AAB2-EA6A75C2C893}" dt="2025-09-18T05:41:26.909" v="789" actId="20577"/>
          <ac:spMkLst>
            <pc:docMk/>
            <pc:sldMk cId="2926353443" sldId="369"/>
            <ac:spMk id="3" creationId="{1FC986AF-6F28-0110-67E8-769B8996A4E1}"/>
          </ac:spMkLst>
        </pc:spChg>
      </pc:sldChg>
      <pc:sldChg chg="modSp new mod">
        <pc:chgData name="Md Rahman" userId="b92400c6-d630-4f43-bd6b-2b035b259fc7" providerId="ADAL" clId="{CBF0BDF3-AFE7-4050-AAB2-EA6A75C2C893}" dt="2025-09-18T05:42:04.423" v="794"/>
        <pc:sldMkLst>
          <pc:docMk/>
          <pc:sldMk cId="702727614" sldId="370"/>
        </pc:sldMkLst>
        <pc:spChg chg="mod">
          <ac:chgData name="Md Rahman" userId="b92400c6-d630-4f43-bd6b-2b035b259fc7" providerId="ADAL" clId="{CBF0BDF3-AFE7-4050-AAB2-EA6A75C2C893}" dt="2025-09-18T05:41:45.658" v="793" actId="20577"/>
          <ac:spMkLst>
            <pc:docMk/>
            <pc:sldMk cId="702727614" sldId="370"/>
            <ac:spMk id="2" creationId="{A6968488-4D77-AFE6-445F-B562EFE0BE41}"/>
          </ac:spMkLst>
        </pc:spChg>
        <pc:spChg chg="mod">
          <ac:chgData name="Md Rahman" userId="b92400c6-d630-4f43-bd6b-2b035b259fc7" providerId="ADAL" clId="{CBF0BDF3-AFE7-4050-AAB2-EA6A75C2C893}" dt="2025-09-18T05:42:04.423" v="794"/>
          <ac:spMkLst>
            <pc:docMk/>
            <pc:sldMk cId="702727614" sldId="370"/>
            <ac:spMk id="3" creationId="{D4D4D6E9-4D76-124D-F0FD-DC48FBCC2024}"/>
          </ac:spMkLst>
        </pc:spChg>
      </pc:sldChg>
      <pc:sldChg chg="modSp new">
        <pc:chgData name="Md Rahman" userId="b92400c6-d630-4f43-bd6b-2b035b259fc7" providerId="ADAL" clId="{CBF0BDF3-AFE7-4050-AAB2-EA6A75C2C893}" dt="2025-09-18T05:42:21.063" v="796"/>
        <pc:sldMkLst>
          <pc:docMk/>
          <pc:sldMk cId="720696222" sldId="371"/>
        </pc:sldMkLst>
        <pc:spChg chg="mod">
          <ac:chgData name="Md Rahman" userId="b92400c6-d630-4f43-bd6b-2b035b259fc7" providerId="ADAL" clId="{CBF0BDF3-AFE7-4050-AAB2-EA6A75C2C893}" dt="2025-09-18T05:42:21.063" v="796"/>
          <ac:spMkLst>
            <pc:docMk/>
            <pc:sldMk cId="720696222" sldId="371"/>
            <ac:spMk id="3" creationId="{8E550F26-0FA7-7B25-DBFA-FE59734FA2B2}"/>
          </ac:spMkLst>
        </pc:spChg>
      </pc:sldChg>
      <pc:sldChg chg="addSp delSp modSp new mod setBg">
        <pc:chgData name="Md Rahman" userId="b92400c6-d630-4f43-bd6b-2b035b259fc7" providerId="ADAL" clId="{CBF0BDF3-AFE7-4050-AAB2-EA6A75C2C893}" dt="2025-09-18T05:52:39.201" v="817" actId="26606"/>
        <pc:sldMkLst>
          <pc:docMk/>
          <pc:sldMk cId="1454186825" sldId="372"/>
        </pc:sldMkLst>
        <pc:spChg chg="mod">
          <ac:chgData name="Md Rahman" userId="b92400c6-d630-4f43-bd6b-2b035b259fc7" providerId="ADAL" clId="{CBF0BDF3-AFE7-4050-AAB2-EA6A75C2C893}" dt="2025-09-18T05:52:39.198" v="816" actId="26606"/>
          <ac:spMkLst>
            <pc:docMk/>
            <pc:sldMk cId="1454186825" sldId="372"/>
            <ac:spMk id="2" creationId="{0EBE5232-9770-9866-C674-7360C7429EA6}"/>
          </ac:spMkLst>
        </pc:spChg>
        <pc:spChg chg="del">
          <ac:chgData name="Md Rahman" userId="b92400c6-d630-4f43-bd6b-2b035b259fc7" providerId="ADAL" clId="{CBF0BDF3-AFE7-4050-AAB2-EA6A75C2C893}" dt="2025-09-18T05:52:01.791" v="807" actId="22"/>
          <ac:spMkLst>
            <pc:docMk/>
            <pc:sldMk cId="1454186825" sldId="372"/>
            <ac:spMk id="3" creationId="{57CB0B24-40E9-CA49-31A1-7DAF40F9A826}"/>
          </ac:spMkLst>
        </pc:spChg>
        <pc:spChg chg="add del">
          <ac:chgData name="Md Rahman" userId="b92400c6-d630-4f43-bd6b-2b035b259fc7" providerId="ADAL" clId="{CBF0BDF3-AFE7-4050-AAB2-EA6A75C2C893}" dt="2025-09-18T05:52:37.351" v="814" actId="26606"/>
          <ac:spMkLst>
            <pc:docMk/>
            <pc:sldMk cId="1454186825" sldId="372"/>
            <ac:spMk id="17" creationId="{D4771268-CB57-404A-9271-370EB28F6090}"/>
          </ac:spMkLst>
        </pc:spChg>
        <pc:grpChg chg="add del">
          <ac:chgData name="Md Rahman" userId="b92400c6-d630-4f43-bd6b-2b035b259fc7" providerId="ADAL" clId="{CBF0BDF3-AFE7-4050-AAB2-EA6A75C2C893}" dt="2025-09-18T05:52:39.201" v="817" actId="26606"/>
          <ac:grpSpMkLst>
            <pc:docMk/>
            <pc:sldMk cId="1454186825" sldId="372"/>
            <ac:grpSpMk id="10" creationId="{BE6E7D98-3D55-80C4-C8EA-40EC70EB12A7}"/>
          </ac:grpSpMkLst>
        </pc:grpChg>
        <pc:grpChg chg="add del">
          <ac:chgData name="Md Rahman" userId="b92400c6-d630-4f43-bd6b-2b035b259fc7" providerId="ADAL" clId="{CBF0BDF3-AFE7-4050-AAB2-EA6A75C2C893}" dt="2025-09-18T05:52:39.198" v="816" actId="26606"/>
          <ac:grpSpMkLst>
            <pc:docMk/>
            <pc:sldMk cId="1454186825" sldId="372"/>
            <ac:grpSpMk id="22" creationId="{D19F7815-3AA2-7679-26F4-A63338C8BD5B}"/>
          </ac:grpSpMkLst>
        </pc:grpChg>
        <pc:grpChg chg="add">
          <ac:chgData name="Md Rahman" userId="b92400c6-d630-4f43-bd6b-2b035b259fc7" providerId="ADAL" clId="{CBF0BDF3-AFE7-4050-AAB2-EA6A75C2C893}" dt="2025-09-18T05:52:39.201" v="817" actId="26606"/>
          <ac:grpSpMkLst>
            <pc:docMk/>
            <pc:sldMk cId="1454186825" sldId="372"/>
            <ac:grpSpMk id="24" creationId="{BE6E7D98-3D55-80C4-C8EA-40EC70EB12A7}"/>
          </ac:grpSpMkLst>
        </pc:grpChg>
        <pc:picChg chg="add mod ord">
          <ac:chgData name="Md Rahman" userId="b92400c6-d630-4f43-bd6b-2b035b259fc7" providerId="ADAL" clId="{CBF0BDF3-AFE7-4050-AAB2-EA6A75C2C893}" dt="2025-09-18T05:52:39.198" v="816" actId="26606"/>
          <ac:picMkLst>
            <pc:docMk/>
            <pc:sldMk cId="1454186825" sldId="372"/>
            <ac:picMk id="5" creationId="{6512EAD7-B3EC-C036-EC7B-16BF75F71591}"/>
          </ac:picMkLst>
        </pc:picChg>
      </pc:sldChg>
      <pc:sldChg chg="modSp new mod">
        <pc:chgData name="Md Rahman" userId="b92400c6-d630-4f43-bd6b-2b035b259fc7" providerId="ADAL" clId="{CBF0BDF3-AFE7-4050-AAB2-EA6A75C2C893}" dt="2025-09-18T05:53:53.617" v="835" actId="113"/>
        <pc:sldMkLst>
          <pc:docMk/>
          <pc:sldMk cId="1260770727" sldId="373"/>
        </pc:sldMkLst>
        <pc:spChg chg="mod">
          <ac:chgData name="Md Rahman" userId="b92400c6-d630-4f43-bd6b-2b035b259fc7" providerId="ADAL" clId="{CBF0BDF3-AFE7-4050-AAB2-EA6A75C2C893}" dt="2025-09-18T05:53:53.617" v="835" actId="113"/>
          <ac:spMkLst>
            <pc:docMk/>
            <pc:sldMk cId="1260770727" sldId="373"/>
            <ac:spMk id="3" creationId="{FDA2CE39-5788-C45A-8F25-85CCFC6B2F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0FE4A2-07FA-4E1D-BC05-6739EDB2B808}" type="datetimeFigureOut">
              <a:rPr lang="en-IN" smtClean="0"/>
              <a:t>18-09-2025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936CE6-F863-4EAA-A999-02A944B32116}" type="slidenum">
              <a:rPr lang="en-IN" smtClean="0"/>
              <a:t>‹#›</a:t>
            </a:fld>
            <a:endParaRPr lang="en-IN"/>
          </a:p>
        </p:txBody>
      </p:sp>
    </p:spTree>
    <p:extLst>
      <p:ext uri="{BB962C8B-B14F-4D97-AF65-F5344CB8AC3E}">
        <p14:creationId xmlns:p14="http://schemas.microsoft.com/office/powerpoint/2010/main" val="2960432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18E3261-4B9A-5E7C-C455-55CCE931E5A7}"/>
              </a:ext>
            </a:extLst>
          </p:cNvPr>
          <p:cNvSpPr>
            <a:spLocks noGrp="1" noChangeArrowheads="1"/>
          </p:cNvSpPr>
          <p:nvPr>
            <p:ph type="sldNum" sz="quarter" idx="5"/>
          </p:nvPr>
        </p:nvSpPr>
        <p:spPr>
          <a:ln/>
        </p:spPr>
        <p:txBody>
          <a:bodyPr/>
          <a:lstStyle/>
          <a:p>
            <a:fld id="{5BB95A0A-A9CD-4074-9600-E39139FEBA1B}" type="slidenum">
              <a:rPr lang="en-US" altLang="en-US"/>
              <a:pPr/>
              <a:t>23</a:t>
            </a:fld>
            <a:endParaRPr lang="en-US" altLang="en-US"/>
          </a:p>
        </p:txBody>
      </p:sp>
      <p:sp>
        <p:nvSpPr>
          <p:cNvPr id="166914" name="Rectangle 2">
            <a:extLst>
              <a:ext uri="{FF2B5EF4-FFF2-40B4-BE49-F238E27FC236}">
                <a16:creationId xmlns:a16="http://schemas.microsoft.com/office/drawing/2014/main" id="{738451AC-5D91-368C-2136-B75005445ED3}"/>
              </a:ext>
            </a:extLst>
          </p:cNvPr>
          <p:cNvSpPr>
            <a:spLocks noGrp="1" noRot="1" noChangeAspect="1" noChangeArrowheads="1" noTextEdit="1"/>
          </p:cNvSpPr>
          <p:nvPr>
            <p:ph type="sldImg"/>
          </p:nvPr>
        </p:nvSpPr>
        <p:spPr>
          <a:ln/>
        </p:spPr>
      </p:sp>
      <p:sp>
        <p:nvSpPr>
          <p:cNvPr id="166915" name="Rectangle 3">
            <a:extLst>
              <a:ext uri="{FF2B5EF4-FFF2-40B4-BE49-F238E27FC236}">
                <a16:creationId xmlns:a16="http://schemas.microsoft.com/office/drawing/2014/main" id="{248E54FD-2D80-FA9E-223D-D7B414DF11C9}"/>
              </a:ext>
            </a:extLst>
          </p:cNvPr>
          <p:cNvSpPr>
            <a:spLocks noGrp="1" noChangeArrowheads="1"/>
          </p:cNvSpPr>
          <p:nvPr>
            <p:ph type="body" idx="1"/>
          </p:nvPr>
        </p:nvSpPr>
        <p:spPr/>
        <p:txBody>
          <a:bodyPr/>
          <a:lstStyle/>
          <a:p>
            <a:r>
              <a:rPr lang="en-US" altLang="en-US" sz="2800"/>
              <a:t>What do you think of these excuses?  Are they valid?</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584A211-EA26-7533-3DC2-FABCBC1E1203}"/>
              </a:ext>
            </a:extLst>
          </p:cNvPr>
          <p:cNvSpPr>
            <a:spLocks noGrp="1" noChangeArrowheads="1"/>
          </p:cNvSpPr>
          <p:nvPr>
            <p:ph type="sldNum" sz="quarter" idx="5"/>
          </p:nvPr>
        </p:nvSpPr>
        <p:spPr>
          <a:ln/>
        </p:spPr>
        <p:txBody>
          <a:bodyPr/>
          <a:lstStyle/>
          <a:p>
            <a:fld id="{EC722D1F-F443-452E-BF06-F9F80E59E2C4}" type="slidenum">
              <a:rPr lang="en-US" altLang="en-US"/>
              <a:pPr/>
              <a:t>25</a:t>
            </a:fld>
            <a:endParaRPr lang="en-US" altLang="en-US"/>
          </a:p>
        </p:txBody>
      </p:sp>
      <p:sp>
        <p:nvSpPr>
          <p:cNvPr id="119810" name="Rectangle 7">
            <a:extLst>
              <a:ext uri="{FF2B5EF4-FFF2-40B4-BE49-F238E27FC236}">
                <a16:creationId xmlns:a16="http://schemas.microsoft.com/office/drawing/2014/main" id="{C62A8B8B-580B-E258-E54D-248F12211BA9}"/>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sz="2400">
                <a:solidFill>
                  <a:schemeClr val="tx1"/>
                </a:solidFill>
                <a:latin typeface="Times" panose="02020603050405020304" pitchFamily="18" charset="0"/>
              </a:defRPr>
            </a:lvl1pPr>
            <a:lvl2pPr marL="757238" indent="-292100" defTabSz="931863">
              <a:defRPr sz="2400">
                <a:solidFill>
                  <a:schemeClr val="tx1"/>
                </a:solidFill>
                <a:latin typeface="Times" panose="02020603050405020304" pitchFamily="18" charset="0"/>
              </a:defRPr>
            </a:lvl2pPr>
            <a:lvl3pPr marL="1165225" indent="-233363" defTabSz="931863">
              <a:defRPr sz="2400">
                <a:solidFill>
                  <a:schemeClr val="tx1"/>
                </a:solidFill>
                <a:latin typeface="Times" panose="02020603050405020304" pitchFamily="18" charset="0"/>
              </a:defRPr>
            </a:lvl3pPr>
            <a:lvl4pPr marL="1630363" indent="-233363" defTabSz="931863">
              <a:defRPr sz="2400">
                <a:solidFill>
                  <a:schemeClr val="tx1"/>
                </a:solidFill>
                <a:latin typeface="Times" panose="02020603050405020304" pitchFamily="18" charset="0"/>
              </a:defRPr>
            </a:lvl4pPr>
            <a:lvl5pPr marL="2097088" indent="-233363" defTabSz="931863">
              <a:defRPr sz="2400">
                <a:solidFill>
                  <a:schemeClr val="tx1"/>
                </a:solidFill>
                <a:latin typeface="Times" panose="02020603050405020304" pitchFamily="18" charset="0"/>
              </a:defRPr>
            </a:lvl5pPr>
            <a:lvl6pPr marL="2554288" indent="-233363" defTabSz="931863" eaLnBrk="0" fontAlgn="base" hangingPunct="0">
              <a:spcBef>
                <a:spcPct val="0"/>
              </a:spcBef>
              <a:spcAft>
                <a:spcPct val="0"/>
              </a:spcAft>
              <a:defRPr sz="2400">
                <a:solidFill>
                  <a:schemeClr val="tx1"/>
                </a:solidFill>
                <a:latin typeface="Times" panose="02020603050405020304" pitchFamily="18" charset="0"/>
              </a:defRPr>
            </a:lvl6pPr>
            <a:lvl7pPr marL="3011488" indent="-233363" defTabSz="931863" eaLnBrk="0" fontAlgn="base" hangingPunct="0">
              <a:spcBef>
                <a:spcPct val="0"/>
              </a:spcBef>
              <a:spcAft>
                <a:spcPct val="0"/>
              </a:spcAft>
              <a:defRPr sz="2400">
                <a:solidFill>
                  <a:schemeClr val="tx1"/>
                </a:solidFill>
                <a:latin typeface="Times" panose="02020603050405020304" pitchFamily="18" charset="0"/>
              </a:defRPr>
            </a:lvl7pPr>
            <a:lvl8pPr marL="3468688" indent="-233363" defTabSz="931863" eaLnBrk="0" fontAlgn="base" hangingPunct="0">
              <a:spcBef>
                <a:spcPct val="0"/>
              </a:spcBef>
              <a:spcAft>
                <a:spcPct val="0"/>
              </a:spcAft>
              <a:defRPr sz="2400">
                <a:solidFill>
                  <a:schemeClr val="tx1"/>
                </a:solidFill>
                <a:latin typeface="Times" panose="02020603050405020304" pitchFamily="18" charset="0"/>
              </a:defRPr>
            </a:lvl8pPr>
            <a:lvl9pPr marL="3925888" indent="-233363" defTabSz="931863" eaLnBrk="0" fontAlgn="base" hangingPunct="0">
              <a:spcBef>
                <a:spcPct val="0"/>
              </a:spcBef>
              <a:spcAft>
                <a:spcPct val="0"/>
              </a:spcAft>
              <a:defRPr sz="2400">
                <a:solidFill>
                  <a:schemeClr val="tx1"/>
                </a:solidFill>
                <a:latin typeface="Times" panose="02020603050405020304" pitchFamily="18" charset="0"/>
              </a:defRPr>
            </a:lvl9pPr>
          </a:lstStyle>
          <a:p>
            <a:pPr algn="r" eaLnBrk="1" hangingPunct="1"/>
            <a:fld id="{AA810A46-1E5C-4F80-9DBF-928B5C9748F6}" type="slidenum">
              <a:rPr lang="en-US" altLang="en-US" sz="1200">
                <a:latin typeface="Arial" panose="020B0604020202020204" pitchFamily="34" charset="0"/>
              </a:rPr>
              <a:pPr algn="r" eaLnBrk="1" hangingPunct="1"/>
              <a:t>25</a:t>
            </a:fld>
            <a:endParaRPr lang="en-US" altLang="en-US" sz="1200">
              <a:latin typeface="Arial" panose="020B0604020202020204" pitchFamily="34" charset="0"/>
            </a:endParaRPr>
          </a:p>
        </p:txBody>
      </p:sp>
      <p:sp>
        <p:nvSpPr>
          <p:cNvPr id="119811" name="Rectangle 2">
            <a:extLst>
              <a:ext uri="{FF2B5EF4-FFF2-40B4-BE49-F238E27FC236}">
                <a16:creationId xmlns:a16="http://schemas.microsoft.com/office/drawing/2014/main" id="{A806F223-728D-5CD4-0292-4EACC3572EDA}"/>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463361BD-7755-7619-DFF7-367CCEA2DD56}"/>
              </a:ext>
            </a:extLst>
          </p:cNvPr>
          <p:cNvSpPr>
            <a:spLocks noGrp="1" noChangeArrowheads="1"/>
          </p:cNvSpPr>
          <p:nvPr>
            <p:ph type="body" idx="1"/>
          </p:nvPr>
        </p:nvSpPr>
        <p:spPr>
          <a:xfrm>
            <a:off x="701675" y="4416425"/>
            <a:ext cx="5607050" cy="4183063"/>
          </a:xfrm>
        </p:spPr>
        <p:txBody>
          <a:bodyPr/>
          <a:lstStyle/>
          <a:p>
            <a:r>
              <a:rPr lang="en-US" altLang="en-US"/>
              <a:t>Plagiarism is a form of cheating. Copying and writing the ideas of others and presenting them as your own. </a:t>
            </a:r>
          </a:p>
          <a:p>
            <a:r>
              <a:rPr lang="en-US" altLang="en-US"/>
              <a:t>Plagiarism is no exception and could be known as theft and should be treated as such.</a:t>
            </a:r>
          </a:p>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539DA53-8046-9114-84A2-FB6D38AA490E}"/>
              </a:ext>
            </a:extLst>
          </p:cNvPr>
          <p:cNvSpPr>
            <a:spLocks noGrp="1" noChangeArrowheads="1"/>
          </p:cNvSpPr>
          <p:nvPr>
            <p:ph type="sldNum" sz="quarter" idx="5"/>
          </p:nvPr>
        </p:nvSpPr>
        <p:spPr>
          <a:ln/>
        </p:spPr>
        <p:txBody>
          <a:bodyPr/>
          <a:lstStyle/>
          <a:p>
            <a:fld id="{717E04B5-46FB-4B83-B786-5E5E6AD7D2B6}" type="slidenum">
              <a:rPr lang="en-US" altLang="en-US"/>
              <a:pPr/>
              <a:t>29</a:t>
            </a:fld>
            <a:endParaRPr lang="en-US" altLang="en-US"/>
          </a:p>
        </p:txBody>
      </p:sp>
      <p:sp>
        <p:nvSpPr>
          <p:cNvPr id="73730" name="Rectangle 2">
            <a:extLst>
              <a:ext uri="{FF2B5EF4-FFF2-40B4-BE49-F238E27FC236}">
                <a16:creationId xmlns:a16="http://schemas.microsoft.com/office/drawing/2014/main" id="{6B684ACB-25FB-12B1-FEBC-B01A17C208EE}"/>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64B45900-8CC8-2069-723B-58D885C25E16}"/>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42BCC-45D9-CCB9-C8DE-B761E38F6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7B1511-0473-403B-B2D0-17DE426AC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E492B2-12E3-AD15-D864-270115188B47}"/>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5" name="Footer Placeholder 4">
            <a:extLst>
              <a:ext uri="{FF2B5EF4-FFF2-40B4-BE49-F238E27FC236}">
                <a16:creationId xmlns:a16="http://schemas.microsoft.com/office/drawing/2014/main" id="{6F67BDB4-2928-9FE7-978B-7F4FA1F13F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C32F8-DDB4-B7FF-B675-C0B335199470}"/>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426192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C757-1061-9FE7-1BDA-7AD08EF5E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419F07-99FA-CE0F-0775-15159D4696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8D29F3-798D-A99C-E9EB-025753D5894F}"/>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5" name="Footer Placeholder 4">
            <a:extLst>
              <a:ext uri="{FF2B5EF4-FFF2-40B4-BE49-F238E27FC236}">
                <a16:creationId xmlns:a16="http://schemas.microsoft.com/office/drawing/2014/main" id="{68D0BEBC-4504-9F83-EF71-1468043539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4FB605-C6B3-7D3D-7684-5AA2F6BC0ABE}"/>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293819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6A017-E50D-0A3C-DD99-C6004E99C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2AA593-DEF4-39E9-B8E8-080A368A05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5BC567-1D30-A5B6-43AF-E063A9DEC77A}"/>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5" name="Footer Placeholder 4">
            <a:extLst>
              <a:ext uri="{FF2B5EF4-FFF2-40B4-BE49-F238E27FC236}">
                <a16:creationId xmlns:a16="http://schemas.microsoft.com/office/drawing/2014/main" id="{3D587091-C25F-EC98-AFA6-89C30A755F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B325E2-C399-47A1-1BBA-BA3415A922AF}"/>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4033395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3C3B0-35FA-ECAA-6733-E9E3F29823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73B83C-F8AC-3B49-9BC3-31644C62E1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A23FF4-4201-3234-F29D-5FD51EA941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60EE72-B516-E2BE-586F-AF516CF73BC2}"/>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6" name="Footer Placeholder 5">
            <a:extLst>
              <a:ext uri="{FF2B5EF4-FFF2-40B4-BE49-F238E27FC236}">
                <a16:creationId xmlns:a16="http://schemas.microsoft.com/office/drawing/2014/main" id="{D44EBDE8-8BFD-46A6-C469-3FFA9271F4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DA290B-AFCC-C4BA-D3A7-3F4030DB6BF0}"/>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2326923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D25D3-CA5B-7980-7360-7B3A0EF1B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4001EE-0E8E-A768-DCE3-9F3A1CE0BE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8D3175-3BD9-2DB0-61E7-F1BA0FBA52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3FFCB3-CECE-AEAF-B0C5-B6B745392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6A5AAB-1722-3D62-5741-BFC12E71A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42389C-E1D0-DECA-0FA0-D6A86B2472DC}"/>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8" name="Footer Placeholder 7">
            <a:extLst>
              <a:ext uri="{FF2B5EF4-FFF2-40B4-BE49-F238E27FC236}">
                <a16:creationId xmlns:a16="http://schemas.microsoft.com/office/drawing/2014/main" id="{388BC4D7-38AD-FDCF-65C2-6C47538FDE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FC2F0C-40E9-5BC7-74AA-484AD4B0D303}"/>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145824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7BF9-B98F-53B1-6817-6299064751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10B410-3FDC-2297-8285-A92E19C37A49}"/>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4" name="Footer Placeholder 3">
            <a:extLst>
              <a:ext uri="{FF2B5EF4-FFF2-40B4-BE49-F238E27FC236}">
                <a16:creationId xmlns:a16="http://schemas.microsoft.com/office/drawing/2014/main" id="{BB637821-760F-142E-3342-FAD1C1C4A59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9AEA450-1DCB-C0C9-D276-56259F3FAE1E}"/>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2500779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1F7AF7-A6DF-C8A1-0C3C-E3BFE8754380}"/>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3" name="Footer Placeholder 2">
            <a:extLst>
              <a:ext uri="{FF2B5EF4-FFF2-40B4-BE49-F238E27FC236}">
                <a16:creationId xmlns:a16="http://schemas.microsoft.com/office/drawing/2014/main" id="{49B20046-968E-7CC9-D547-7DAA9D10D2C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EA4517D-B9C9-8A1A-29A0-955B4E9E8BF6}"/>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1554239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E9BC7-F338-0252-529C-BA8DF450E7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AD0AB71-E97D-59BA-25B7-1925AE013E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F9E56F-5E08-D227-D7C0-7FF34A079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32A939-7451-6828-1D80-3BFEE03E4E5E}"/>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6" name="Footer Placeholder 5">
            <a:extLst>
              <a:ext uri="{FF2B5EF4-FFF2-40B4-BE49-F238E27FC236}">
                <a16:creationId xmlns:a16="http://schemas.microsoft.com/office/drawing/2014/main" id="{EE3F83B9-8667-0FC9-401C-B231811277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16562C-CD64-2F00-45BD-07D010AEFED9}"/>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2139552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4E696-6B84-27F6-B983-5AEE7783A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94141C-6E70-6D22-DE80-8F88ECC7D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F9A5F7-2DCF-7A53-B2C2-F069CAEF6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BF7304-6BEC-D6BC-3AEA-3D2BF544043C}"/>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6" name="Footer Placeholder 5">
            <a:extLst>
              <a:ext uri="{FF2B5EF4-FFF2-40B4-BE49-F238E27FC236}">
                <a16:creationId xmlns:a16="http://schemas.microsoft.com/office/drawing/2014/main" id="{37A1830F-92C5-1119-7993-43A20F9A6E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7F8956-729C-6EDF-EB9B-03018D1BC424}"/>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2981606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992A9-B073-664E-9848-8E124F19DD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E14D9-7A3D-EF16-B676-68B63390FB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F45DF9-19DD-FB8C-7B30-0746502F4B5E}"/>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5" name="Footer Placeholder 4">
            <a:extLst>
              <a:ext uri="{FF2B5EF4-FFF2-40B4-BE49-F238E27FC236}">
                <a16:creationId xmlns:a16="http://schemas.microsoft.com/office/drawing/2014/main" id="{23DAE824-7687-FAD0-A3A5-8FBA04742C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107E2-3CD6-D04B-1E72-5FACF77C20A9}"/>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502443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B943B5-831F-0F3E-2FA5-4EABEE6A8B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D92F6E-6E75-918B-120C-CE8432D14A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9D6CBA-436D-03B3-374D-5880ABDC2BF7}"/>
              </a:ext>
            </a:extLst>
          </p:cNvPr>
          <p:cNvSpPr>
            <a:spLocks noGrp="1"/>
          </p:cNvSpPr>
          <p:nvPr>
            <p:ph type="dt" sz="half" idx="10"/>
          </p:nvPr>
        </p:nvSpPr>
        <p:spPr/>
        <p:txBody>
          <a:bodyPr/>
          <a:lstStyle/>
          <a:p>
            <a:fld id="{487DE243-13A0-48FD-BC22-5E6F15AEAA61}" type="datetimeFigureOut">
              <a:rPr lang="en-IN" smtClean="0"/>
              <a:t>18-09-2025</a:t>
            </a:fld>
            <a:endParaRPr lang="en-IN"/>
          </a:p>
        </p:txBody>
      </p:sp>
      <p:sp>
        <p:nvSpPr>
          <p:cNvPr id="5" name="Footer Placeholder 4">
            <a:extLst>
              <a:ext uri="{FF2B5EF4-FFF2-40B4-BE49-F238E27FC236}">
                <a16:creationId xmlns:a16="http://schemas.microsoft.com/office/drawing/2014/main" id="{4CF67DD8-0A3B-B1AF-EE05-677AA398BE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17023B-1E32-5ECF-5C5A-70EDFB381D0F}"/>
              </a:ext>
            </a:extLst>
          </p:cNvPr>
          <p:cNvSpPr>
            <a:spLocks noGrp="1"/>
          </p:cNvSpPr>
          <p:nvPr>
            <p:ph type="sldNum" sz="quarter" idx="12"/>
          </p:nvPr>
        </p:nvSpPr>
        <p:spPr/>
        <p:txBody>
          <a:bodyPr/>
          <a:lstStyle/>
          <a:p>
            <a:fld id="{9CA7272E-FC92-41DD-9F06-17896B2B6D2D}" type="slidenum">
              <a:rPr lang="en-IN" smtClean="0"/>
              <a:t>‹#›</a:t>
            </a:fld>
            <a:endParaRPr lang="en-IN"/>
          </a:p>
        </p:txBody>
      </p:sp>
    </p:spTree>
    <p:extLst>
      <p:ext uri="{BB962C8B-B14F-4D97-AF65-F5344CB8AC3E}">
        <p14:creationId xmlns:p14="http://schemas.microsoft.com/office/powerpoint/2010/main" val="2542844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F813-72D4-4FE2-500A-AADC87CA0250}"/>
              </a:ext>
            </a:extLst>
          </p:cNvPr>
          <p:cNvSpPr>
            <a:spLocks noGrp="1"/>
          </p:cNvSpPr>
          <p:nvPr>
            <p:ph type="title"/>
          </p:nvPr>
        </p:nvSpPr>
        <p:spPr>
          <a:xfrm>
            <a:off x="1308100" y="228600"/>
            <a:ext cx="9652000" cy="838200"/>
          </a:xfr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85F259-CA35-B71D-227A-80D9DA767FA3}"/>
              </a:ext>
            </a:extLst>
          </p:cNvPr>
          <p:cNvSpPr>
            <a:spLocks noGrp="1"/>
          </p:cNvSpPr>
          <p:nvPr>
            <p:ph sz="half" idx="1"/>
          </p:nvPr>
        </p:nvSpPr>
        <p:spPr>
          <a:xfrm>
            <a:off x="1308100" y="1524000"/>
            <a:ext cx="4775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4CB154-275F-1850-89CC-09818EA49143}"/>
              </a:ext>
            </a:extLst>
          </p:cNvPr>
          <p:cNvSpPr>
            <a:spLocks noGrp="1"/>
          </p:cNvSpPr>
          <p:nvPr>
            <p:ph type="body" sz="half" idx="2"/>
          </p:nvPr>
        </p:nvSpPr>
        <p:spPr>
          <a:xfrm>
            <a:off x="6286500" y="1524000"/>
            <a:ext cx="4775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CCF11D-0791-8921-FFA1-DA4F84026C28}"/>
              </a:ext>
            </a:extLst>
          </p:cNvPr>
          <p:cNvSpPr>
            <a:spLocks noGrp="1"/>
          </p:cNvSpPr>
          <p:nvPr>
            <p:ph type="dt" sz="half" idx="10"/>
          </p:nvPr>
        </p:nvSpPr>
        <p:spPr>
          <a:xfrm>
            <a:off x="1930400" y="6324600"/>
            <a:ext cx="1524000" cy="3048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1270315-BEEF-0215-8CAB-818DE88190BB}"/>
              </a:ext>
            </a:extLst>
          </p:cNvPr>
          <p:cNvSpPr>
            <a:spLocks noGrp="1"/>
          </p:cNvSpPr>
          <p:nvPr>
            <p:ph type="ftr" sz="quarter" idx="11"/>
          </p:nvPr>
        </p:nvSpPr>
        <p:spPr>
          <a:xfrm>
            <a:off x="3962400" y="6324600"/>
            <a:ext cx="5689600" cy="3048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20C2343-33BF-F2D0-2AF7-0AEEC0537E21}"/>
              </a:ext>
            </a:extLst>
          </p:cNvPr>
          <p:cNvSpPr>
            <a:spLocks noGrp="1"/>
          </p:cNvSpPr>
          <p:nvPr>
            <p:ph type="sldNum" sz="quarter" idx="12"/>
          </p:nvPr>
        </p:nvSpPr>
        <p:spPr>
          <a:xfrm>
            <a:off x="10261601" y="6324600"/>
            <a:ext cx="622300" cy="304800"/>
          </a:xfrm>
        </p:spPr>
        <p:txBody>
          <a:bodyPr/>
          <a:lstStyle>
            <a:lvl1pPr>
              <a:defRPr/>
            </a:lvl1pPr>
          </a:lstStyle>
          <a:p>
            <a:fld id="{B603DD57-FCDD-4419-98F3-88A286461246}" type="slidenum">
              <a:rPr lang="en-US" altLang="en-US"/>
              <a:pPr/>
              <a:t>‹#›</a:t>
            </a:fld>
            <a:endParaRPr lang="en-US" altLang="en-US"/>
          </a:p>
        </p:txBody>
      </p:sp>
    </p:spTree>
    <p:extLst>
      <p:ext uri="{BB962C8B-B14F-4D97-AF65-F5344CB8AC3E}">
        <p14:creationId xmlns:p14="http://schemas.microsoft.com/office/powerpoint/2010/main" val="2855452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141F3-5AB3-F8AB-482F-22B934D99C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3FB627-CF77-BEBA-AF9E-EB7A22C4C1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DC2DD9-021E-8677-9CC5-DA76E6580D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7DE243-13A0-48FD-BC22-5E6F15AEAA61}" type="datetimeFigureOut">
              <a:rPr lang="en-IN" smtClean="0"/>
              <a:t>18-09-2025</a:t>
            </a:fld>
            <a:endParaRPr lang="en-IN"/>
          </a:p>
        </p:txBody>
      </p:sp>
      <p:sp>
        <p:nvSpPr>
          <p:cNvPr id="5" name="Footer Placeholder 4">
            <a:extLst>
              <a:ext uri="{FF2B5EF4-FFF2-40B4-BE49-F238E27FC236}">
                <a16:creationId xmlns:a16="http://schemas.microsoft.com/office/drawing/2014/main" id="{286D2FD1-1D17-CDFD-02A9-D55AC1FE7C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238AD38-15C7-E777-ED9D-E9C76F74AF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A7272E-FC92-41DD-9F06-17896B2B6D2D}" type="slidenum">
              <a:rPr lang="en-IN" smtClean="0"/>
              <a:t>‹#›</a:t>
            </a:fld>
            <a:endParaRPr lang="en-IN"/>
          </a:p>
        </p:txBody>
      </p:sp>
    </p:spTree>
    <p:extLst>
      <p:ext uri="{BB962C8B-B14F-4D97-AF65-F5344CB8AC3E}">
        <p14:creationId xmlns:p14="http://schemas.microsoft.com/office/powerpoint/2010/main" val="3740072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images.google.com/imgres?imgurl=http://lgos.org/files/Cut-and-Paste.jpg&amp;imgrefurl=http://www.lgos.org/content/index.php%3Fpage%3D10193&amp;h=548&amp;w=548&amp;sz=41&amp;hl=en&amp;start=53&amp;um=1&amp;tbnid=4KF0CFfcfoC89M:&amp;tbnh=133&amp;tbnw=133&amp;prev=/images%3Fq%3Dplagiarism%26start%3D40%26ndsp%3D20%26svnum%3D10%26um%3D1%26hl%3Den%26sa%3DN"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0E90-F6D7-ECE0-5A8B-177D82E6DEAD}"/>
              </a:ext>
            </a:extLst>
          </p:cNvPr>
          <p:cNvSpPr>
            <a:spLocks noGrp="1"/>
          </p:cNvSpPr>
          <p:nvPr>
            <p:ph type="ctrTitle"/>
          </p:nvPr>
        </p:nvSpPr>
        <p:spPr/>
        <p:txBody>
          <a:bodyPr/>
          <a:lstStyle/>
          <a:p>
            <a:r>
              <a:rPr lang="en-IN" b="1" dirty="0"/>
              <a:t>Plagiarism</a:t>
            </a:r>
            <a:br>
              <a:rPr lang="en-IN" dirty="0"/>
            </a:br>
            <a:r>
              <a:rPr lang="en-IN" sz="4400" dirty="0"/>
              <a:t>How to Avoid It</a:t>
            </a:r>
          </a:p>
        </p:txBody>
      </p:sp>
      <p:sp>
        <p:nvSpPr>
          <p:cNvPr id="3" name="Subtitle 2">
            <a:extLst>
              <a:ext uri="{FF2B5EF4-FFF2-40B4-BE49-F238E27FC236}">
                <a16:creationId xmlns:a16="http://schemas.microsoft.com/office/drawing/2014/main" id="{FD7BEC48-335B-1CAD-E504-025FEF03D26A}"/>
              </a:ext>
            </a:extLst>
          </p:cNvPr>
          <p:cNvSpPr>
            <a:spLocks noGrp="1"/>
          </p:cNvSpPr>
          <p:nvPr>
            <p:ph type="subTitle" idx="1"/>
          </p:nvPr>
        </p:nvSpPr>
        <p:spPr>
          <a:xfrm>
            <a:off x="1524000" y="4133850"/>
            <a:ext cx="9144000" cy="1123950"/>
          </a:xfrm>
        </p:spPr>
        <p:txBody>
          <a:bodyPr/>
          <a:lstStyle/>
          <a:p>
            <a:r>
              <a:rPr lang="en-IN" dirty="0"/>
              <a:t>Md. Mojibur Rahman</a:t>
            </a:r>
          </a:p>
          <a:p>
            <a:r>
              <a:rPr lang="en-IN" dirty="0"/>
              <a:t>mrahmanelt@iitism.ac.in</a:t>
            </a:r>
          </a:p>
        </p:txBody>
      </p:sp>
    </p:spTree>
    <p:extLst>
      <p:ext uri="{BB962C8B-B14F-4D97-AF65-F5344CB8AC3E}">
        <p14:creationId xmlns:p14="http://schemas.microsoft.com/office/powerpoint/2010/main" val="396704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6AAC4-9F24-6ECF-70B8-BE4B9B037A52}"/>
              </a:ext>
            </a:extLst>
          </p:cNvPr>
          <p:cNvSpPr>
            <a:spLocks noGrp="1"/>
          </p:cNvSpPr>
          <p:nvPr>
            <p:ph type="title"/>
          </p:nvPr>
        </p:nvSpPr>
        <p:spPr/>
        <p:txBody>
          <a:bodyPr/>
          <a:lstStyle/>
          <a:p>
            <a:r>
              <a:rPr lang="en-US" b="1" dirty="0"/>
              <a:t>What's the origin of the word </a:t>
            </a:r>
            <a:r>
              <a:rPr lang="en-US" b="1" i="1" dirty="0">
                <a:solidFill>
                  <a:srgbClr val="FF0000"/>
                </a:solidFill>
              </a:rPr>
              <a:t>plagiarism</a:t>
            </a:r>
            <a:r>
              <a:rPr lang="en-US" b="1" dirty="0"/>
              <a:t>?</a:t>
            </a:r>
            <a:endParaRPr lang="en-IN" b="1" dirty="0"/>
          </a:p>
        </p:txBody>
      </p:sp>
      <p:sp>
        <p:nvSpPr>
          <p:cNvPr id="3" name="Content Placeholder 2">
            <a:extLst>
              <a:ext uri="{FF2B5EF4-FFF2-40B4-BE49-F238E27FC236}">
                <a16:creationId xmlns:a16="http://schemas.microsoft.com/office/drawing/2014/main" id="{47BCBE2E-B84F-3E09-4DD4-E9348B4BC923}"/>
              </a:ext>
            </a:extLst>
          </p:cNvPr>
          <p:cNvSpPr>
            <a:spLocks noGrp="1"/>
          </p:cNvSpPr>
          <p:nvPr>
            <p:ph idx="1"/>
          </p:nvPr>
        </p:nvSpPr>
        <p:spPr/>
        <p:txBody>
          <a:bodyPr>
            <a:normAutofit/>
          </a:bodyPr>
          <a:lstStyle/>
          <a:p>
            <a:pPr marL="0" indent="0" algn="ctr">
              <a:buNone/>
            </a:pPr>
            <a:endParaRPr lang="en-US" sz="4800" b="1" dirty="0"/>
          </a:p>
          <a:p>
            <a:pPr marL="0" indent="0" algn="ctr">
              <a:buNone/>
            </a:pPr>
            <a:r>
              <a:rPr lang="en-US" sz="4800" b="1" dirty="0"/>
              <a:t>The word </a:t>
            </a:r>
            <a:r>
              <a:rPr lang="en-US" sz="4800" b="1" i="1" dirty="0">
                <a:solidFill>
                  <a:srgbClr val="FF0000"/>
                </a:solidFill>
              </a:rPr>
              <a:t>plagiarism</a:t>
            </a:r>
            <a:r>
              <a:rPr lang="en-US" sz="4800" b="1" dirty="0"/>
              <a:t> is derived from the Latin word </a:t>
            </a:r>
            <a:r>
              <a:rPr lang="en-US" sz="4800" b="1" i="1" dirty="0" err="1">
                <a:solidFill>
                  <a:srgbClr val="FF0000"/>
                </a:solidFill>
              </a:rPr>
              <a:t>plagiare</a:t>
            </a:r>
            <a:r>
              <a:rPr lang="en-US" sz="4800" b="1" dirty="0"/>
              <a:t>, which means to </a:t>
            </a:r>
            <a:r>
              <a:rPr lang="en-US" sz="4800" b="1" i="1" dirty="0">
                <a:solidFill>
                  <a:srgbClr val="FF0000"/>
                </a:solidFill>
              </a:rPr>
              <a:t>kidnap</a:t>
            </a:r>
            <a:r>
              <a:rPr lang="en-US" sz="4800" b="1" dirty="0"/>
              <a:t> or </a:t>
            </a:r>
            <a:r>
              <a:rPr lang="en-US" sz="4800" b="1" i="1" dirty="0">
                <a:solidFill>
                  <a:srgbClr val="FF0000"/>
                </a:solidFill>
              </a:rPr>
              <a:t>abduct</a:t>
            </a:r>
          </a:p>
          <a:p>
            <a:pPr marL="0" indent="0" algn="r">
              <a:buNone/>
            </a:pPr>
            <a:r>
              <a:rPr lang="en-IN" b="1" dirty="0"/>
              <a:t>(Oxford English Dictionary)</a:t>
            </a:r>
            <a:endParaRPr lang="en-IN" sz="4800" dirty="0"/>
          </a:p>
        </p:txBody>
      </p:sp>
    </p:spTree>
    <p:extLst>
      <p:ext uri="{BB962C8B-B14F-4D97-AF65-F5344CB8AC3E}">
        <p14:creationId xmlns:p14="http://schemas.microsoft.com/office/powerpoint/2010/main" val="478066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18953-09FC-A668-E888-BA02F4BEBB0E}"/>
              </a:ext>
            </a:extLst>
          </p:cNvPr>
          <p:cNvSpPr>
            <a:spLocks noGrp="1"/>
          </p:cNvSpPr>
          <p:nvPr>
            <p:ph type="title"/>
          </p:nvPr>
        </p:nvSpPr>
        <p:spPr/>
        <p:txBody>
          <a:bodyPr/>
          <a:lstStyle/>
          <a:p>
            <a:r>
              <a:rPr lang="en-IN" b="1" dirty="0"/>
              <a:t>Defining Plagiarism</a:t>
            </a:r>
          </a:p>
        </p:txBody>
      </p:sp>
      <p:sp>
        <p:nvSpPr>
          <p:cNvPr id="3" name="Content Placeholder 2">
            <a:extLst>
              <a:ext uri="{FF2B5EF4-FFF2-40B4-BE49-F238E27FC236}">
                <a16:creationId xmlns:a16="http://schemas.microsoft.com/office/drawing/2014/main" id="{913725E2-3A95-4519-A3A5-4EA1031FE9FE}"/>
              </a:ext>
            </a:extLst>
          </p:cNvPr>
          <p:cNvSpPr>
            <a:spLocks noGrp="1"/>
          </p:cNvSpPr>
          <p:nvPr>
            <p:ph idx="1"/>
          </p:nvPr>
        </p:nvSpPr>
        <p:spPr/>
        <p:txBody>
          <a:bodyPr>
            <a:normAutofit/>
          </a:bodyPr>
          <a:lstStyle/>
          <a:p>
            <a:r>
              <a:rPr lang="en-US" b="1" dirty="0"/>
              <a:t>Plagiarism is the act of stealing someone else's work </a:t>
            </a:r>
            <a:r>
              <a:rPr lang="en-US" dirty="0"/>
              <a:t>and attempting to "pass it off" as your own. This can apply to anything, from term papers to photographs to songs, even ideas!</a:t>
            </a:r>
          </a:p>
          <a:p>
            <a:r>
              <a:rPr lang="en-US" dirty="0"/>
              <a:t> </a:t>
            </a:r>
            <a:r>
              <a:rPr lang="en-US" b="1" dirty="0"/>
              <a:t>Plagiarism </a:t>
            </a:r>
            <a:r>
              <a:rPr lang="en-US" dirty="0"/>
              <a:t>is using another’s work without giving credit. If you use others’ words, you must put them in quotation marks and cite your source. You must also include citations when using others’ ideas, even if you have paraphrased those ideas in your own words. This includes work generated by artificial intelligence (AI). </a:t>
            </a:r>
          </a:p>
          <a:p>
            <a:endParaRPr lang="en-US" dirty="0"/>
          </a:p>
          <a:p>
            <a:endParaRPr lang="en-IN" dirty="0"/>
          </a:p>
        </p:txBody>
      </p:sp>
    </p:spTree>
    <p:extLst>
      <p:ext uri="{BB962C8B-B14F-4D97-AF65-F5344CB8AC3E}">
        <p14:creationId xmlns:p14="http://schemas.microsoft.com/office/powerpoint/2010/main" val="267952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F095-A496-5A68-DA27-7F912BC224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0BC871-DE69-80AA-6D07-E5F8659EF646}"/>
              </a:ext>
            </a:extLst>
          </p:cNvPr>
          <p:cNvSpPr>
            <a:spLocks noGrp="1"/>
          </p:cNvSpPr>
          <p:nvPr>
            <p:ph idx="1"/>
          </p:nvPr>
        </p:nvSpPr>
        <p:spPr/>
        <p:txBody>
          <a:bodyPr>
            <a:normAutofit fontScale="92500" lnSpcReduction="10000"/>
          </a:bodyPr>
          <a:lstStyle/>
          <a:p>
            <a:r>
              <a:rPr lang="en-US" b="1" dirty="0"/>
              <a:t>“Work” </a:t>
            </a:r>
            <a:r>
              <a:rPr lang="en-US" dirty="0"/>
              <a:t>includes the words and ideas of others, as well as art, graphics, computer programs, music, and other creative expression. The work may consist of writing, charts, data, graphs, pictures, diagrams, websites, movies, TV broadcasts, or other communication media.</a:t>
            </a:r>
          </a:p>
          <a:p>
            <a:r>
              <a:rPr lang="en-US" dirty="0"/>
              <a:t>The term </a:t>
            </a:r>
            <a:r>
              <a:rPr lang="en-US" b="1" dirty="0"/>
              <a:t>“source” </a:t>
            </a:r>
            <a:r>
              <a:rPr lang="en-US" dirty="0"/>
              <a:t>includes published works (books, magazines, newspapers, textbooks, websites, movies, photos, paintings, and plays) and unpublished sources (materials from a research service, blogs, class handouts, lectures, speeches, other students’ papers, and content generated by AI). Using words, ideas, computer code, or any work without giving proper credit is plagiarism. Any time you use information from a source, of any kind, you must cite it. </a:t>
            </a:r>
            <a:endParaRPr lang="en-IN" dirty="0"/>
          </a:p>
        </p:txBody>
      </p:sp>
    </p:spTree>
    <p:extLst>
      <p:ext uri="{BB962C8B-B14F-4D97-AF65-F5344CB8AC3E}">
        <p14:creationId xmlns:p14="http://schemas.microsoft.com/office/powerpoint/2010/main" val="1651948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23A95-7424-1823-9D32-62B08CABD7F9}"/>
              </a:ext>
            </a:extLst>
          </p:cNvPr>
          <p:cNvSpPr>
            <a:spLocks noGrp="1"/>
          </p:cNvSpPr>
          <p:nvPr>
            <p:ph type="title"/>
          </p:nvPr>
        </p:nvSpPr>
        <p:spPr/>
        <p:txBody>
          <a:bodyPr/>
          <a:lstStyle/>
          <a:p>
            <a:r>
              <a:rPr lang="en-IN" b="1" dirty="0"/>
              <a:t>What is Plagiarism?</a:t>
            </a:r>
          </a:p>
        </p:txBody>
      </p:sp>
      <p:sp>
        <p:nvSpPr>
          <p:cNvPr id="3" name="Content Placeholder 2">
            <a:extLst>
              <a:ext uri="{FF2B5EF4-FFF2-40B4-BE49-F238E27FC236}">
                <a16:creationId xmlns:a16="http://schemas.microsoft.com/office/drawing/2014/main" id="{18A5BB12-B624-668D-F86E-E380A078167A}"/>
              </a:ext>
            </a:extLst>
          </p:cNvPr>
          <p:cNvSpPr>
            <a:spLocks noGrp="1"/>
          </p:cNvSpPr>
          <p:nvPr>
            <p:ph idx="1"/>
          </p:nvPr>
        </p:nvSpPr>
        <p:spPr/>
        <p:txBody>
          <a:bodyPr>
            <a:normAutofit fontScale="92500"/>
          </a:bodyPr>
          <a:lstStyle/>
          <a:p>
            <a:r>
              <a:rPr lang="en-US" dirty="0"/>
              <a:t>Many people think of plagiarism as copying another’s work, or borrowing someone else’s original ideas. But terms like “copying” and “borrowing” can disguise the seriousness of the </a:t>
            </a:r>
            <a:r>
              <a:rPr lang="en-IN" dirty="0"/>
              <a:t>offense:</a:t>
            </a:r>
          </a:p>
          <a:p>
            <a:r>
              <a:rPr lang="en-US" dirty="0"/>
              <a:t>According to the </a:t>
            </a:r>
            <a:r>
              <a:rPr lang="en-US" i="1" dirty="0"/>
              <a:t>Merriam-Webster </a:t>
            </a:r>
            <a:r>
              <a:rPr lang="en-US" i="1" dirty="0" err="1"/>
              <a:t>OnLine</a:t>
            </a:r>
            <a:r>
              <a:rPr lang="en-US" i="1" dirty="0"/>
              <a:t> Dictionary</a:t>
            </a:r>
            <a:r>
              <a:rPr lang="en-US" dirty="0"/>
              <a:t>, to “plagiarize” means – </a:t>
            </a:r>
          </a:p>
          <a:p>
            <a:pPr marL="514350" indent="-514350" algn="just">
              <a:buFont typeface="+mj-lt"/>
              <a:buAutoNum type="arabicParenR"/>
            </a:pPr>
            <a:r>
              <a:rPr lang="en-US" dirty="0"/>
              <a:t>to steal and pass off (the ideas or words of another) as </a:t>
            </a:r>
            <a:r>
              <a:rPr lang="en-IN" dirty="0"/>
              <a:t>one's own</a:t>
            </a:r>
          </a:p>
          <a:p>
            <a:pPr marL="514350" indent="-514350" algn="just">
              <a:buFont typeface="+mj-lt"/>
              <a:buAutoNum type="arabicParenR"/>
            </a:pPr>
            <a:r>
              <a:rPr lang="en-US" dirty="0"/>
              <a:t>to use (another's production) without crediting the source</a:t>
            </a:r>
          </a:p>
          <a:p>
            <a:pPr marL="514350" indent="-514350" algn="just">
              <a:buFont typeface="+mj-lt"/>
              <a:buAutoNum type="arabicParenR"/>
            </a:pPr>
            <a:r>
              <a:rPr lang="en-US" dirty="0"/>
              <a:t>to commit literary theft</a:t>
            </a:r>
          </a:p>
          <a:p>
            <a:pPr marL="514350" indent="-514350" algn="just">
              <a:buFont typeface="+mj-lt"/>
              <a:buAutoNum type="arabicParenR"/>
            </a:pPr>
            <a:r>
              <a:rPr lang="en-US" dirty="0"/>
              <a:t>to present as new and original an idea or product derived </a:t>
            </a:r>
            <a:r>
              <a:rPr lang="en-IN" dirty="0"/>
              <a:t>from an existing source.</a:t>
            </a:r>
          </a:p>
        </p:txBody>
      </p:sp>
    </p:spTree>
    <p:extLst>
      <p:ext uri="{BB962C8B-B14F-4D97-AF65-F5344CB8AC3E}">
        <p14:creationId xmlns:p14="http://schemas.microsoft.com/office/powerpoint/2010/main" val="4202060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7D0B-93C4-E465-4362-FF56646265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156B85-722D-1A6B-19A7-15206DE84A22}"/>
              </a:ext>
            </a:extLst>
          </p:cNvPr>
          <p:cNvSpPr>
            <a:spLocks noGrp="1"/>
          </p:cNvSpPr>
          <p:nvPr>
            <p:ph idx="1"/>
          </p:nvPr>
        </p:nvSpPr>
        <p:spPr/>
        <p:txBody>
          <a:bodyPr/>
          <a:lstStyle/>
          <a:p>
            <a:r>
              <a:rPr lang="en-US" dirty="0"/>
              <a:t>In other words, plagiarism is an act of </a:t>
            </a:r>
            <a:r>
              <a:rPr lang="en-US" b="1" i="1" dirty="0"/>
              <a:t>fraud</a:t>
            </a:r>
            <a:r>
              <a:rPr lang="en-US" dirty="0"/>
              <a:t>. </a:t>
            </a:r>
          </a:p>
          <a:p>
            <a:r>
              <a:rPr lang="en-US" dirty="0"/>
              <a:t>It involves both </a:t>
            </a:r>
            <a:r>
              <a:rPr lang="en-US" b="1" dirty="0"/>
              <a:t>stealing </a:t>
            </a:r>
            <a:r>
              <a:rPr lang="en-US" dirty="0"/>
              <a:t>someone else’s work and </a:t>
            </a:r>
            <a:r>
              <a:rPr lang="en-IN" b="1" dirty="0"/>
              <a:t>lying </a:t>
            </a:r>
            <a:r>
              <a:rPr lang="en-IN" dirty="0"/>
              <a:t>about it afterward.</a:t>
            </a:r>
          </a:p>
          <a:p>
            <a:endParaRPr lang="en-IN" dirty="0"/>
          </a:p>
        </p:txBody>
      </p:sp>
    </p:spTree>
    <p:extLst>
      <p:ext uri="{BB962C8B-B14F-4D97-AF65-F5344CB8AC3E}">
        <p14:creationId xmlns:p14="http://schemas.microsoft.com/office/powerpoint/2010/main" val="1252234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19BB6-8134-7BAA-6374-A2CDFE22B8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335BCA-02C1-36B8-AB2D-D71C77689667}"/>
              </a:ext>
            </a:extLst>
          </p:cNvPr>
          <p:cNvSpPr>
            <a:spLocks noGrp="1"/>
          </p:cNvSpPr>
          <p:nvPr>
            <p:ph idx="1"/>
          </p:nvPr>
        </p:nvSpPr>
        <p:spPr/>
        <p:txBody>
          <a:bodyPr>
            <a:normAutofit fontScale="85000" lnSpcReduction="10000"/>
          </a:bodyPr>
          <a:lstStyle/>
          <a:p>
            <a:r>
              <a:rPr lang="en-US" b="1" dirty="0"/>
              <a:t>All of the following are considered plagiarism:</a:t>
            </a:r>
          </a:p>
          <a:p>
            <a:pPr>
              <a:buFont typeface="Wingdings" panose="05000000000000000000" pitchFamily="2" charset="2"/>
              <a:buChar char="Ø"/>
            </a:pPr>
            <a:r>
              <a:rPr lang="en-US" dirty="0"/>
              <a:t>turning in someone else’s work as your own</a:t>
            </a:r>
          </a:p>
          <a:p>
            <a:pPr>
              <a:buFont typeface="Wingdings" panose="05000000000000000000" pitchFamily="2" charset="2"/>
              <a:buChar char="Ø"/>
            </a:pPr>
            <a:r>
              <a:rPr lang="en-US" dirty="0"/>
              <a:t>copying words or ideas from someone else without giving credit</a:t>
            </a:r>
          </a:p>
          <a:p>
            <a:pPr>
              <a:buFont typeface="Wingdings" panose="05000000000000000000" pitchFamily="2" charset="2"/>
              <a:buChar char="Ø"/>
            </a:pPr>
            <a:r>
              <a:rPr lang="en-US" dirty="0"/>
              <a:t>failing to put a quotation in quotation marks</a:t>
            </a:r>
          </a:p>
          <a:p>
            <a:pPr>
              <a:buFont typeface="Wingdings" panose="05000000000000000000" pitchFamily="2" charset="2"/>
              <a:buChar char="Ø"/>
            </a:pPr>
            <a:r>
              <a:rPr lang="en-US" dirty="0"/>
              <a:t>giving incorrect information about the source of a quotation</a:t>
            </a:r>
          </a:p>
          <a:p>
            <a:pPr>
              <a:buFont typeface="Wingdings" panose="05000000000000000000" pitchFamily="2" charset="2"/>
              <a:buChar char="Ø"/>
            </a:pPr>
            <a:r>
              <a:rPr lang="en-US" dirty="0"/>
              <a:t>changing words but copying the sentence structure of a source without giving</a:t>
            </a:r>
          </a:p>
          <a:p>
            <a:pPr>
              <a:buFont typeface="Wingdings" panose="05000000000000000000" pitchFamily="2" charset="2"/>
              <a:buChar char="Ø"/>
            </a:pPr>
            <a:r>
              <a:rPr lang="en-IN" dirty="0"/>
              <a:t>credit</a:t>
            </a:r>
          </a:p>
          <a:p>
            <a:pPr>
              <a:buFont typeface="Wingdings" panose="05000000000000000000" pitchFamily="2" charset="2"/>
              <a:buChar char="Ø"/>
            </a:pPr>
            <a:r>
              <a:rPr lang="en-US" dirty="0"/>
              <a:t>copying so many words or ideas from a source that it makes up the majority of</a:t>
            </a:r>
          </a:p>
          <a:p>
            <a:pPr>
              <a:buFont typeface="Wingdings" panose="05000000000000000000" pitchFamily="2" charset="2"/>
              <a:buChar char="Ø"/>
            </a:pPr>
            <a:r>
              <a:rPr lang="en-US" dirty="0"/>
              <a:t>your work, whether you give credit or not (see our section on “fair use” rules)</a:t>
            </a:r>
            <a:endParaRPr lang="en-IN" dirty="0"/>
          </a:p>
        </p:txBody>
      </p:sp>
    </p:spTree>
    <p:extLst>
      <p:ext uri="{BB962C8B-B14F-4D97-AF65-F5344CB8AC3E}">
        <p14:creationId xmlns:p14="http://schemas.microsoft.com/office/powerpoint/2010/main" val="4234745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3C840-F036-A98B-07EB-5A7B337CBE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337C50-3F3F-D2DF-FBF7-134361DF1B80}"/>
              </a:ext>
            </a:extLst>
          </p:cNvPr>
          <p:cNvSpPr>
            <a:spLocks noGrp="1"/>
          </p:cNvSpPr>
          <p:nvPr>
            <p:ph idx="1"/>
          </p:nvPr>
        </p:nvSpPr>
        <p:spPr/>
        <p:txBody>
          <a:bodyPr/>
          <a:lstStyle/>
          <a:p>
            <a:pPr marL="0" indent="0" algn="ctr">
              <a:buNone/>
            </a:pPr>
            <a:r>
              <a:rPr lang="en-US" dirty="0"/>
              <a:t>Attention! </a:t>
            </a:r>
          </a:p>
          <a:p>
            <a:r>
              <a:rPr lang="en-US" b="1" dirty="0"/>
              <a:t>Changing the words of an original source is </a:t>
            </a:r>
            <a:r>
              <a:rPr lang="en-US" b="1" i="1" dirty="0"/>
              <a:t>not </a:t>
            </a:r>
            <a:r>
              <a:rPr lang="en-US" b="1" dirty="0"/>
              <a:t>sufficient to prevent plagiarism.</a:t>
            </a:r>
          </a:p>
          <a:p>
            <a:r>
              <a:rPr lang="en-US" dirty="0"/>
              <a:t>If you have retained the essential idea of an original source, and have not cited it, then no matter how drastically you may have altered its context or presentation, </a:t>
            </a:r>
            <a:r>
              <a:rPr lang="en-US" i="1" dirty="0"/>
              <a:t>you have still plagiarized.</a:t>
            </a:r>
            <a:endParaRPr lang="en-IN" dirty="0"/>
          </a:p>
        </p:txBody>
      </p:sp>
    </p:spTree>
    <p:extLst>
      <p:ext uri="{BB962C8B-B14F-4D97-AF65-F5344CB8AC3E}">
        <p14:creationId xmlns:p14="http://schemas.microsoft.com/office/powerpoint/2010/main" val="1805846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2D9A-638A-92CD-9D29-DD1BE3196DA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B51129D-5384-6C4E-4E09-3FF8D77360DB}"/>
              </a:ext>
            </a:extLst>
          </p:cNvPr>
          <p:cNvSpPr>
            <a:spLocks noGrp="1"/>
          </p:cNvSpPr>
          <p:nvPr>
            <p:ph idx="1"/>
          </p:nvPr>
        </p:nvSpPr>
        <p:spPr/>
        <p:txBody>
          <a:bodyPr/>
          <a:lstStyle/>
          <a:p>
            <a:r>
              <a:rPr lang="en-US" dirty="0"/>
              <a:t>Most cases of plagiarism can be avoided, however, by citing sources. </a:t>
            </a:r>
          </a:p>
          <a:p>
            <a:r>
              <a:rPr lang="en-US" dirty="0"/>
              <a:t>Simply acknowledging that certain material has been borrowed, and providing your audience with the information necessary to find that source, is usually enough to prevent plagiarism.</a:t>
            </a:r>
            <a:endParaRPr lang="en-IN" dirty="0"/>
          </a:p>
        </p:txBody>
      </p:sp>
    </p:spTree>
    <p:extLst>
      <p:ext uri="{BB962C8B-B14F-4D97-AF65-F5344CB8AC3E}">
        <p14:creationId xmlns:p14="http://schemas.microsoft.com/office/powerpoint/2010/main" val="1098193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88143-D0F7-E555-B72E-B2D35C9D2A63}"/>
              </a:ext>
            </a:extLst>
          </p:cNvPr>
          <p:cNvSpPr>
            <a:spLocks noGrp="1"/>
          </p:cNvSpPr>
          <p:nvPr>
            <p:ph type="title"/>
          </p:nvPr>
        </p:nvSpPr>
        <p:spPr/>
        <p:txBody>
          <a:bodyPr/>
          <a:lstStyle/>
          <a:p>
            <a:r>
              <a:rPr lang="en-IN" b="1" dirty="0"/>
              <a:t>Types of Plagiarism</a:t>
            </a:r>
          </a:p>
        </p:txBody>
      </p:sp>
      <p:sp>
        <p:nvSpPr>
          <p:cNvPr id="3" name="Content Placeholder 2">
            <a:extLst>
              <a:ext uri="{FF2B5EF4-FFF2-40B4-BE49-F238E27FC236}">
                <a16:creationId xmlns:a16="http://schemas.microsoft.com/office/drawing/2014/main" id="{C56523C0-3A84-7ACA-21B2-D7DFF36B158F}"/>
              </a:ext>
            </a:extLst>
          </p:cNvPr>
          <p:cNvSpPr>
            <a:spLocks noGrp="1"/>
          </p:cNvSpPr>
          <p:nvPr>
            <p:ph idx="1"/>
          </p:nvPr>
        </p:nvSpPr>
        <p:spPr/>
        <p:txBody>
          <a:bodyPr/>
          <a:lstStyle/>
          <a:p>
            <a:r>
              <a:rPr lang="en-US" dirty="0"/>
              <a:t>Anyone who has written or graded a paper knows that plagiarism is not always a black-and white issue. </a:t>
            </a:r>
          </a:p>
          <a:p>
            <a:r>
              <a:rPr lang="en-US" dirty="0"/>
              <a:t>The boundary between plagiarism and research is often unclear. </a:t>
            </a:r>
          </a:p>
          <a:p>
            <a:r>
              <a:rPr lang="en-US" dirty="0"/>
              <a:t>Learning to recognize the various forms of plagiarism, especially the more ambiguous ones, is an important step in the fight to prevent it.</a:t>
            </a:r>
          </a:p>
          <a:p>
            <a:r>
              <a:rPr lang="en-US" dirty="0"/>
              <a:t>Plagiarism may be Intentional and Unintentional</a:t>
            </a:r>
          </a:p>
          <a:p>
            <a:endParaRPr lang="en-IN" dirty="0"/>
          </a:p>
        </p:txBody>
      </p:sp>
    </p:spTree>
    <p:extLst>
      <p:ext uri="{BB962C8B-B14F-4D97-AF65-F5344CB8AC3E}">
        <p14:creationId xmlns:p14="http://schemas.microsoft.com/office/powerpoint/2010/main" val="1646871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19CFA-D3A1-0CF3-0104-2DFF47EF6B4D}"/>
              </a:ext>
            </a:extLst>
          </p:cNvPr>
          <p:cNvSpPr>
            <a:spLocks noGrp="1"/>
          </p:cNvSpPr>
          <p:nvPr>
            <p:ph type="title"/>
          </p:nvPr>
        </p:nvSpPr>
        <p:spPr/>
        <p:txBody>
          <a:bodyPr/>
          <a:lstStyle/>
          <a:p>
            <a:r>
              <a:rPr lang="en-IN" b="1" dirty="0"/>
              <a:t>Complete Plagiarism</a:t>
            </a:r>
            <a:endParaRPr lang="en-IN" dirty="0"/>
          </a:p>
        </p:txBody>
      </p:sp>
      <p:sp>
        <p:nvSpPr>
          <p:cNvPr id="3" name="Content Placeholder 2">
            <a:extLst>
              <a:ext uri="{FF2B5EF4-FFF2-40B4-BE49-F238E27FC236}">
                <a16:creationId xmlns:a16="http://schemas.microsoft.com/office/drawing/2014/main" id="{40A6EF36-ED77-3F1A-2826-0A5A60082949}"/>
              </a:ext>
            </a:extLst>
          </p:cNvPr>
          <p:cNvSpPr>
            <a:spLocks noGrp="1"/>
          </p:cNvSpPr>
          <p:nvPr>
            <p:ph idx="1"/>
          </p:nvPr>
        </p:nvSpPr>
        <p:spPr/>
        <p:txBody>
          <a:bodyPr/>
          <a:lstStyle/>
          <a:p>
            <a:r>
              <a:rPr lang="en-US" dirty="0"/>
              <a:t>Complete plagiarism is the most severe form of plagiarism where a researcher takes a manuscript or study that someone else created, and submits it under his or her name. It is tantamount to intellectual theft and stealing.</a:t>
            </a:r>
            <a:endParaRPr lang="en-IN" dirty="0"/>
          </a:p>
        </p:txBody>
      </p:sp>
    </p:spTree>
    <p:extLst>
      <p:ext uri="{BB962C8B-B14F-4D97-AF65-F5344CB8AC3E}">
        <p14:creationId xmlns:p14="http://schemas.microsoft.com/office/powerpoint/2010/main" val="495413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7C894-26F8-9306-AEEA-FD184AE1AB6F}"/>
              </a:ext>
            </a:extLst>
          </p:cNvPr>
          <p:cNvSpPr>
            <a:spLocks noGrp="1"/>
          </p:cNvSpPr>
          <p:nvPr>
            <p:ph type="title"/>
          </p:nvPr>
        </p:nvSpPr>
        <p:spPr/>
        <p:txBody>
          <a:bodyPr/>
          <a:lstStyle/>
          <a:p>
            <a:r>
              <a:rPr lang="en-IN" b="1" dirty="0"/>
              <a:t>Source-based Plagiarism</a:t>
            </a:r>
            <a:endParaRPr lang="en-IN" dirty="0"/>
          </a:p>
        </p:txBody>
      </p:sp>
      <p:sp>
        <p:nvSpPr>
          <p:cNvPr id="3" name="Content Placeholder 2">
            <a:extLst>
              <a:ext uri="{FF2B5EF4-FFF2-40B4-BE49-F238E27FC236}">
                <a16:creationId xmlns:a16="http://schemas.microsoft.com/office/drawing/2014/main" id="{FBF6C07A-0663-68FB-9388-CA35A221D58A}"/>
              </a:ext>
            </a:extLst>
          </p:cNvPr>
          <p:cNvSpPr>
            <a:spLocks noGrp="1"/>
          </p:cNvSpPr>
          <p:nvPr>
            <p:ph idx="1"/>
          </p:nvPr>
        </p:nvSpPr>
        <p:spPr/>
        <p:txBody>
          <a:bodyPr>
            <a:normAutofit/>
          </a:bodyPr>
          <a:lstStyle/>
          <a:p>
            <a:r>
              <a:rPr lang="en-US" dirty="0"/>
              <a:t>Plagiarism may occur because of the different types of sources. </a:t>
            </a:r>
          </a:p>
          <a:p>
            <a:r>
              <a:rPr lang="en-US" dirty="0"/>
              <a:t>For example, when a researcher references a source that is incorrect or does not exist, it is a misleading citation. </a:t>
            </a:r>
          </a:p>
          <a:p>
            <a:r>
              <a:rPr lang="en-US" dirty="0"/>
              <a:t>Plagiarism also occurs when a researcher uses a secondary source of data or information, but only cites the primary source of information. </a:t>
            </a:r>
          </a:p>
          <a:p>
            <a:r>
              <a:rPr lang="en-US" dirty="0"/>
              <a:t>Both these types lead to an increase in the number of references sources. </a:t>
            </a:r>
          </a:p>
          <a:p>
            <a:r>
              <a:rPr lang="en-US" dirty="0"/>
              <a:t>This, in turn, increases the citation number of the references.</a:t>
            </a:r>
            <a:endParaRPr lang="en-IN" dirty="0"/>
          </a:p>
        </p:txBody>
      </p:sp>
    </p:spTree>
    <p:extLst>
      <p:ext uri="{BB962C8B-B14F-4D97-AF65-F5344CB8AC3E}">
        <p14:creationId xmlns:p14="http://schemas.microsoft.com/office/powerpoint/2010/main" val="2340526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733E5-514D-21BA-F8D2-4D5BBF850D79}"/>
              </a:ext>
            </a:extLst>
          </p:cNvPr>
          <p:cNvSpPr>
            <a:spLocks noGrp="1"/>
          </p:cNvSpPr>
          <p:nvPr>
            <p:ph type="title"/>
          </p:nvPr>
        </p:nvSpPr>
        <p:spPr/>
        <p:txBody>
          <a:bodyPr/>
          <a:lstStyle/>
          <a:p>
            <a:r>
              <a:rPr lang="en-IN" b="1" dirty="0"/>
              <a:t>Direct Plagiarism</a:t>
            </a:r>
            <a:endParaRPr lang="en-IN" dirty="0"/>
          </a:p>
        </p:txBody>
      </p:sp>
      <p:sp>
        <p:nvSpPr>
          <p:cNvPr id="3" name="Content Placeholder 2">
            <a:extLst>
              <a:ext uri="{FF2B5EF4-FFF2-40B4-BE49-F238E27FC236}">
                <a16:creationId xmlns:a16="http://schemas.microsoft.com/office/drawing/2014/main" id="{4136CD89-5C6B-1DB1-FB9B-8B170780004A}"/>
              </a:ext>
            </a:extLst>
          </p:cNvPr>
          <p:cNvSpPr>
            <a:spLocks noGrp="1"/>
          </p:cNvSpPr>
          <p:nvPr>
            <p:ph idx="1"/>
          </p:nvPr>
        </p:nvSpPr>
        <p:spPr/>
        <p:txBody>
          <a:bodyPr>
            <a:normAutofit/>
          </a:bodyPr>
          <a:lstStyle/>
          <a:p>
            <a:r>
              <a:rPr lang="en-US" dirty="0"/>
              <a:t>Direct or verbatim plagiarism occurs when an author copies the text of another author, word for word, without the use of quotation marks or attribution, thus passing it as his or her own. </a:t>
            </a:r>
          </a:p>
          <a:p>
            <a:r>
              <a:rPr lang="en-US" dirty="0"/>
              <a:t>In that way, it is like complete plagiarism, but it refers to sections (rather than all) of another paper. </a:t>
            </a:r>
          </a:p>
          <a:p>
            <a:r>
              <a:rPr lang="en-US" dirty="0"/>
              <a:t>This type of plagiarism is considered dishonest and it calls for academic disciplinary actions. </a:t>
            </a:r>
          </a:p>
          <a:p>
            <a:r>
              <a:rPr lang="en-US" dirty="0"/>
              <a:t>It is not as common, but it is a serious infraction of </a:t>
            </a:r>
            <a:r>
              <a:rPr lang="en-IN" dirty="0"/>
              <a:t>academic rules and ethics</a:t>
            </a:r>
          </a:p>
        </p:txBody>
      </p:sp>
    </p:spTree>
    <p:extLst>
      <p:ext uri="{BB962C8B-B14F-4D97-AF65-F5344CB8AC3E}">
        <p14:creationId xmlns:p14="http://schemas.microsoft.com/office/powerpoint/2010/main" val="3473322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73DE1-7D1D-331B-EDD6-74CC2C1986CA}"/>
              </a:ext>
            </a:extLst>
          </p:cNvPr>
          <p:cNvSpPr>
            <a:spLocks noGrp="1"/>
          </p:cNvSpPr>
          <p:nvPr>
            <p:ph type="title"/>
          </p:nvPr>
        </p:nvSpPr>
        <p:spPr/>
        <p:txBody>
          <a:bodyPr/>
          <a:lstStyle/>
          <a:p>
            <a:r>
              <a:rPr lang="en-IN" b="1" dirty="0"/>
              <a:t>Self or Auto Plagiarism</a:t>
            </a:r>
            <a:endParaRPr lang="en-IN" dirty="0"/>
          </a:p>
        </p:txBody>
      </p:sp>
      <p:sp>
        <p:nvSpPr>
          <p:cNvPr id="3" name="Content Placeholder 2">
            <a:extLst>
              <a:ext uri="{FF2B5EF4-FFF2-40B4-BE49-F238E27FC236}">
                <a16:creationId xmlns:a16="http://schemas.microsoft.com/office/drawing/2014/main" id="{04872066-5BD3-B30D-C73F-A17ED8B78CE2}"/>
              </a:ext>
            </a:extLst>
          </p:cNvPr>
          <p:cNvSpPr>
            <a:spLocks noGrp="1"/>
          </p:cNvSpPr>
          <p:nvPr>
            <p:ph idx="1"/>
          </p:nvPr>
        </p:nvSpPr>
        <p:spPr/>
        <p:txBody>
          <a:bodyPr/>
          <a:lstStyle/>
          <a:p>
            <a:r>
              <a:rPr lang="en-US" dirty="0"/>
              <a:t>Auto-plagiarism, also known as self-plagiarism or duplication, happens when an author reuses significant portions of his or her previously published work without </a:t>
            </a:r>
            <a:r>
              <a:rPr lang="en-IN" dirty="0"/>
              <a:t>attribution.</a:t>
            </a:r>
          </a:p>
        </p:txBody>
      </p:sp>
    </p:spTree>
    <p:extLst>
      <p:ext uri="{BB962C8B-B14F-4D97-AF65-F5344CB8AC3E}">
        <p14:creationId xmlns:p14="http://schemas.microsoft.com/office/powerpoint/2010/main" val="721110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2DD3-4B51-F859-88B8-482ECCD41EDA}"/>
              </a:ext>
            </a:extLst>
          </p:cNvPr>
          <p:cNvSpPr>
            <a:spLocks noGrp="1"/>
          </p:cNvSpPr>
          <p:nvPr>
            <p:ph type="title"/>
          </p:nvPr>
        </p:nvSpPr>
        <p:spPr/>
        <p:txBody>
          <a:bodyPr/>
          <a:lstStyle/>
          <a:p>
            <a:r>
              <a:rPr lang="en-IN" b="1" dirty="0"/>
              <a:t>Paraphrasing plagiarism</a:t>
            </a:r>
            <a:endParaRPr lang="en-IN" dirty="0"/>
          </a:p>
        </p:txBody>
      </p:sp>
      <p:sp>
        <p:nvSpPr>
          <p:cNvPr id="3" name="Content Placeholder 2">
            <a:extLst>
              <a:ext uri="{FF2B5EF4-FFF2-40B4-BE49-F238E27FC236}">
                <a16:creationId xmlns:a16="http://schemas.microsoft.com/office/drawing/2014/main" id="{F1F7BE1C-0CFD-6FF3-68D7-E38DB0DE486E}"/>
              </a:ext>
            </a:extLst>
          </p:cNvPr>
          <p:cNvSpPr>
            <a:spLocks noGrp="1"/>
          </p:cNvSpPr>
          <p:nvPr>
            <p:ph idx="1"/>
          </p:nvPr>
        </p:nvSpPr>
        <p:spPr/>
        <p:txBody>
          <a:bodyPr/>
          <a:lstStyle/>
          <a:p>
            <a:r>
              <a:rPr lang="en-US" dirty="0"/>
              <a:t>The most common type of plagiarism. </a:t>
            </a:r>
          </a:p>
          <a:p>
            <a:r>
              <a:rPr lang="en-US" dirty="0"/>
              <a:t>It involves the use of someone else’s writing with some minor changes in the sentences and using it as one’s own. </a:t>
            </a:r>
          </a:p>
          <a:p>
            <a:r>
              <a:rPr lang="en-US" dirty="0"/>
              <a:t>Even if the words differ, the original idea remains the same and plagiarism </a:t>
            </a:r>
            <a:r>
              <a:rPr lang="en-IN" dirty="0"/>
              <a:t>occurs.</a:t>
            </a:r>
          </a:p>
        </p:txBody>
      </p:sp>
    </p:spTree>
    <p:extLst>
      <p:ext uri="{BB962C8B-B14F-4D97-AF65-F5344CB8AC3E}">
        <p14:creationId xmlns:p14="http://schemas.microsoft.com/office/powerpoint/2010/main" val="4284256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E8FC-A714-398E-20F2-7183750977AA}"/>
              </a:ext>
            </a:extLst>
          </p:cNvPr>
          <p:cNvSpPr>
            <a:spLocks noGrp="1"/>
          </p:cNvSpPr>
          <p:nvPr>
            <p:ph type="title"/>
          </p:nvPr>
        </p:nvSpPr>
        <p:spPr/>
        <p:txBody>
          <a:bodyPr/>
          <a:lstStyle/>
          <a:p>
            <a:r>
              <a:rPr lang="en-IN" b="1" dirty="0"/>
              <a:t>Inaccurate Authorship</a:t>
            </a:r>
            <a:endParaRPr lang="en-IN" dirty="0"/>
          </a:p>
        </p:txBody>
      </p:sp>
      <p:sp>
        <p:nvSpPr>
          <p:cNvPr id="3" name="Content Placeholder 2">
            <a:extLst>
              <a:ext uri="{FF2B5EF4-FFF2-40B4-BE49-F238E27FC236}">
                <a16:creationId xmlns:a16="http://schemas.microsoft.com/office/drawing/2014/main" id="{36B8A258-C075-3E82-07C9-4B9909AE7275}"/>
              </a:ext>
            </a:extLst>
          </p:cNvPr>
          <p:cNvSpPr>
            <a:spLocks noGrp="1"/>
          </p:cNvSpPr>
          <p:nvPr>
            <p:ph idx="1"/>
          </p:nvPr>
        </p:nvSpPr>
        <p:spPr/>
        <p:txBody>
          <a:bodyPr>
            <a:normAutofit fontScale="92500"/>
          </a:bodyPr>
          <a:lstStyle/>
          <a:p>
            <a:r>
              <a:rPr lang="en-US" b="1" i="1" dirty="0"/>
              <a:t>Inaccurate authorship or misleading attribution can happen </a:t>
            </a:r>
            <a:r>
              <a:rPr lang="en-IN" b="1" i="1" dirty="0"/>
              <a:t>in two ways:</a:t>
            </a:r>
          </a:p>
          <a:p>
            <a:r>
              <a:rPr lang="en-US" dirty="0"/>
              <a:t>In one form, when an individual contributes to a manuscript but does not get credit for it. The second form is the opposite: when an individual gets credit without contributing to the work. This type of plagiarism, whichever way it occurs, is a violation of the code of </a:t>
            </a:r>
            <a:r>
              <a:rPr lang="en-IN" dirty="0"/>
              <a:t>conduct in research.</a:t>
            </a:r>
          </a:p>
          <a:p>
            <a:r>
              <a:rPr lang="en-US" dirty="0"/>
              <a:t>It is also possible to commit this form of plagiarism when someone else edits a manuscript, leading to substantive changes. In this case, the recommendation is to acknowledge the contributors at the time of publication, even if they are not listed as authors.</a:t>
            </a:r>
            <a:endParaRPr lang="en-IN" dirty="0"/>
          </a:p>
        </p:txBody>
      </p:sp>
    </p:spTree>
    <p:extLst>
      <p:ext uri="{BB962C8B-B14F-4D97-AF65-F5344CB8AC3E}">
        <p14:creationId xmlns:p14="http://schemas.microsoft.com/office/powerpoint/2010/main" val="1914380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89D3-936F-3DA8-CD46-6E5579323D99}"/>
              </a:ext>
            </a:extLst>
          </p:cNvPr>
          <p:cNvSpPr>
            <a:spLocks noGrp="1"/>
          </p:cNvSpPr>
          <p:nvPr>
            <p:ph type="title"/>
          </p:nvPr>
        </p:nvSpPr>
        <p:spPr/>
        <p:txBody>
          <a:bodyPr/>
          <a:lstStyle/>
          <a:p>
            <a:r>
              <a:rPr lang="en-IN" b="1" dirty="0"/>
              <a:t>Accidental Plagiarism</a:t>
            </a:r>
            <a:endParaRPr lang="en-IN" dirty="0"/>
          </a:p>
        </p:txBody>
      </p:sp>
      <p:sp>
        <p:nvSpPr>
          <p:cNvPr id="3" name="Content Placeholder 2">
            <a:extLst>
              <a:ext uri="{FF2B5EF4-FFF2-40B4-BE49-F238E27FC236}">
                <a16:creationId xmlns:a16="http://schemas.microsoft.com/office/drawing/2014/main" id="{3DFCCB15-7365-04B3-4AF9-1A847D521E75}"/>
              </a:ext>
            </a:extLst>
          </p:cNvPr>
          <p:cNvSpPr>
            <a:spLocks noGrp="1"/>
          </p:cNvSpPr>
          <p:nvPr>
            <p:ph idx="1"/>
          </p:nvPr>
        </p:nvSpPr>
        <p:spPr/>
        <p:txBody>
          <a:bodyPr/>
          <a:lstStyle/>
          <a:p>
            <a:r>
              <a:rPr lang="en-US" dirty="0"/>
              <a:t>Whether intended or unintended, there is no excuse for plagiarism and the consequences are often the same. </a:t>
            </a:r>
          </a:p>
          <a:p>
            <a:r>
              <a:rPr lang="en-US" dirty="0"/>
              <a:t>However, plagiarism may be accidental if it occurred because of neglect, mistake, or unintentional paraphrasing.</a:t>
            </a:r>
            <a:endParaRPr lang="en-IN" dirty="0"/>
          </a:p>
        </p:txBody>
      </p:sp>
    </p:spTree>
    <p:extLst>
      <p:ext uri="{BB962C8B-B14F-4D97-AF65-F5344CB8AC3E}">
        <p14:creationId xmlns:p14="http://schemas.microsoft.com/office/powerpoint/2010/main" val="3412307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E172D-7335-3E89-D4AB-54758E763C0B}"/>
              </a:ext>
            </a:extLst>
          </p:cNvPr>
          <p:cNvSpPr>
            <a:spLocks noGrp="1"/>
          </p:cNvSpPr>
          <p:nvPr>
            <p:ph type="title"/>
          </p:nvPr>
        </p:nvSpPr>
        <p:spPr/>
        <p:txBody>
          <a:bodyPr/>
          <a:lstStyle/>
          <a:p>
            <a:r>
              <a:rPr lang="en-IN" b="1" dirty="0"/>
              <a:t>Mosaic Plagiarism</a:t>
            </a:r>
            <a:endParaRPr lang="en-IN" dirty="0"/>
          </a:p>
        </p:txBody>
      </p:sp>
      <p:sp>
        <p:nvSpPr>
          <p:cNvPr id="3" name="Content Placeholder 2">
            <a:extLst>
              <a:ext uri="{FF2B5EF4-FFF2-40B4-BE49-F238E27FC236}">
                <a16:creationId xmlns:a16="http://schemas.microsoft.com/office/drawing/2014/main" id="{64E213C7-6D08-B2DB-FE4C-3F670A3CB143}"/>
              </a:ext>
            </a:extLst>
          </p:cNvPr>
          <p:cNvSpPr>
            <a:spLocks noGrp="1"/>
          </p:cNvSpPr>
          <p:nvPr>
            <p:ph idx="1"/>
          </p:nvPr>
        </p:nvSpPr>
        <p:spPr/>
        <p:txBody>
          <a:bodyPr/>
          <a:lstStyle/>
          <a:p>
            <a:r>
              <a:rPr lang="en-US" dirty="0"/>
              <a:t>Mosaic plagiarism may be more difficult to detect because it interlays someone else’s phrases or text within its own research. </a:t>
            </a:r>
          </a:p>
          <a:p>
            <a:r>
              <a:rPr lang="en-US" dirty="0"/>
              <a:t>It is also known as patchwork plagiarism and it </a:t>
            </a:r>
            <a:r>
              <a:rPr lang="en-IN" dirty="0"/>
              <a:t>is intentional and dishonest.</a:t>
            </a:r>
          </a:p>
        </p:txBody>
      </p:sp>
    </p:spTree>
    <p:extLst>
      <p:ext uri="{BB962C8B-B14F-4D97-AF65-F5344CB8AC3E}">
        <p14:creationId xmlns:p14="http://schemas.microsoft.com/office/powerpoint/2010/main" val="863096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48D23-CD8C-67BF-ACBA-A41A6A2B4E94}"/>
              </a:ext>
            </a:extLst>
          </p:cNvPr>
          <p:cNvSpPr>
            <a:spLocks noGrp="1"/>
          </p:cNvSpPr>
          <p:nvPr>
            <p:ph type="title"/>
          </p:nvPr>
        </p:nvSpPr>
        <p:spPr/>
        <p:txBody>
          <a:bodyPr/>
          <a:lstStyle/>
          <a:p>
            <a:r>
              <a:rPr lang="en-IN" b="1" dirty="0"/>
              <a:t>SOURCE NOT CITED</a:t>
            </a:r>
          </a:p>
        </p:txBody>
      </p:sp>
      <p:sp>
        <p:nvSpPr>
          <p:cNvPr id="3" name="Content Placeholder 2">
            <a:extLst>
              <a:ext uri="{FF2B5EF4-FFF2-40B4-BE49-F238E27FC236}">
                <a16:creationId xmlns:a16="http://schemas.microsoft.com/office/drawing/2014/main" id="{BFC9E695-8A98-EC43-B4A1-68C1004CA211}"/>
              </a:ext>
            </a:extLst>
          </p:cNvPr>
          <p:cNvSpPr>
            <a:spLocks noGrp="1"/>
          </p:cNvSpPr>
          <p:nvPr>
            <p:ph idx="1"/>
          </p:nvPr>
        </p:nvSpPr>
        <p:spPr/>
        <p:txBody>
          <a:bodyPr>
            <a:normAutofit lnSpcReduction="10000"/>
          </a:bodyPr>
          <a:lstStyle/>
          <a:p>
            <a:r>
              <a:rPr lang="en-IN" b="1" dirty="0"/>
              <a:t>The Ghost Writer: </a:t>
            </a:r>
            <a:r>
              <a:rPr lang="en-US" dirty="0"/>
              <a:t>The writer turns in another’s work, word-for-word, as his or her own.</a:t>
            </a:r>
          </a:p>
          <a:p>
            <a:r>
              <a:rPr lang="en-US" b="1" dirty="0"/>
              <a:t>The Photocopy: </a:t>
            </a:r>
            <a:r>
              <a:rPr lang="en-US" dirty="0"/>
              <a:t>The writer copies significant portions of text straight from a single source, </a:t>
            </a:r>
            <a:r>
              <a:rPr lang="en-IN" dirty="0"/>
              <a:t>without alteration.</a:t>
            </a:r>
          </a:p>
          <a:p>
            <a:r>
              <a:rPr lang="en-IN" b="1" dirty="0"/>
              <a:t>The Potluck Paper: </a:t>
            </a:r>
            <a:r>
              <a:rPr lang="en-US" dirty="0"/>
              <a:t>The writer tries to disguise plagiarism by copying from several different sources, tweaking the sentences to make them fit together while retaining most of the </a:t>
            </a:r>
            <a:r>
              <a:rPr lang="en-IN" dirty="0"/>
              <a:t>original phrasing.</a:t>
            </a:r>
          </a:p>
          <a:p>
            <a:r>
              <a:rPr lang="en-IN" b="1" dirty="0"/>
              <a:t>The Poor Disguise: </a:t>
            </a:r>
            <a:r>
              <a:rPr lang="en-US" dirty="0"/>
              <a:t>Although the writer has retained the essential content of the source, he or she has altered the paper’s appearance slightly by changing key words and phrases.</a:t>
            </a:r>
            <a:endParaRPr lang="en-IN" dirty="0"/>
          </a:p>
        </p:txBody>
      </p:sp>
    </p:spTree>
    <p:extLst>
      <p:ext uri="{BB962C8B-B14F-4D97-AF65-F5344CB8AC3E}">
        <p14:creationId xmlns:p14="http://schemas.microsoft.com/office/powerpoint/2010/main" val="1263332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D41A9-CF1E-3C00-D1EC-03DDF5031E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0C7127-D77B-A624-B772-1B0566F95D18}"/>
              </a:ext>
            </a:extLst>
          </p:cNvPr>
          <p:cNvSpPr>
            <a:spLocks noGrp="1"/>
          </p:cNvSpPr>
          <p:nvPr>
            <p:ph idx="1"/>
          </p:nvPr>
        </p:nvSpPr>
        <p:spPr/>
        <p:txBody>
          <a:bodyPr/>
          <a:lstStyle/>
          <a:p>
            <a:r>
              <a:rPr lang="en-IN" b="1" dirty="0"/>
              <a:t>The Labour of Laziness: </a:t>
            </a:r>
            <a:r>
              <a:rPr lang="en-US" dirty="0"/>
              <a:t>The writer takes the time to paraphrase most of the paper from other sources and make it all fit together, instead of spending the same effort on original work.</a:t>
            </a:r>
          </a:p>
          <a:p>
            <a:r>
              <a:rPr lang="en-US" b="1" dirty="0"/>
              <a:t>The Self Stealer:</a:t>
            </a:r>
            <a:r>
              <a:rPr lang="en-US" dirty="0"/>
              <a:t> The writer “borrows” generously from his or her previous work, violating policies concerning the expectation of originality adopted by most academic institutions.</a:t>
            </a:r>
            <a:endParaRPr lang="en-IN" dirty="0"/>
          </a:p>
        </p:txBody>
      </p:sp>
    </p:spTree>
    <p:extLst>
      <p:ext uri="{BB962C8B-B14F-4D97-AF65-F5344CB8AC3E}">
        <p14:creationId xmlns:p14="http://schemas.microsoft.com/office/powerpoint/2010/main" val="77523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ECEDA-A11C-BFF8-DB26-E37854F08162}"/>
              </a:ext>
            </a:extLst>
          </p:cNvPr>
          <p:cNvSpPr>
            <a:spLocks noGrp="1"/>
          </p:cNvSpPr>
          <p:nvPr>
            <p:ph type="title"/>
          </p:nvPr>
        </p:nvSpPr>
        <p:spPr/>
        <p:txBody>
          <a:bodyPr/>
          <a:lstStyle/>
          <a:p>
            <a:r>
              <a:rPr lang="en-US" b="1" dirty="0"/>
              <a:t>SOURCES CITED </a:t>
            </a:r>
            <a:r>
              <a:rPr lang="en-US" dirty="0"/>
              <a:t>(but still plagiarized!)</a:t>
            </a:r>
            <a:endParaRPr lang="en-IN" dirty="0"/>
          </a:p>
        </p:txBody>
      </p:sp>
      <p:sp>
        <p:nvSpPr>
          <p:cNvPr id="3" name="Content Placeholder 2">
            <a:extLst>
              <a:ext uri="{FF2B5EF4-FFF2-40B4-BE49-F238E27FC236}">
                <a16:creationId xmlns:a16="http://schemas.microsoft.com/office/drawing/2014/main" id="{BB6ECD85-9269-7D5E-24D9-2AD120CD5B7E}"/>
              </a:ext>
            </a:extLst>
          </p:cNvPr>
          <p:cNvSpPr>
            <a:spLocks noGrp="1"/>
          </p:cNvSpPr>
          <p:nvPr>
            <p:ph idx="1"/>
          </p:nvPr>
        </p:nvSpPr>
        <p:spPr/>
        <p:txBody>
          <a:bodyPr>
            <a:normAutofit lnSpcReduction="10000"/>
          </a:bodyPr>
          <a:lstStyle/>
          <a:p>
            <a:r>
              <a:rPr lang="en-IN" b="1" dirty="0"/>
              <a:t>The Forgotten Footnote: </a:t>
            </a:r>
            <a:r>
              <a:rPr lang="en-US" dirty="0"/>
              <a:t>The writer mentions an author’s name for a source, but neglects to include specific information on the location of the material referenced. This often masks other forms of plagiarism by obscuring source locations.</a:t>
            </a:r>
          </a:p>
          <a:p>
            <a:r>
              <a:rPr lang="en-US" b="1" dirty="0"/>
              <a:t>The </a:t>
            </a:r>
            <a:r>
              <a:rPr lang="en-US" b="1" dirty="0" err="1"/>
              <a:t>Misinformer</a:t>
            </a:r>
            <a:r>
              <a:rPr lang="en-US" b="1" dirty="0"/>
              <a:t>: </a:t>
            </a:r>
            <a:r>
              <a:rPr lang="en-US" dirty="0"/>
              <a:t>The writer provides inaccurate information regarding the sources, making it </a:t>
            </a:r>
            <a:r>
              <a:rPr lang="en-IN" dirty="0"/>
              <a:t>impossible to find them.</a:t>
            </a:r>
          </a:p>
          <a:p>
            <a:r>
              <a:rPr lang="en-IN" b="1" dirty="0"/>
              <a:t>The Too-Perfect Paraphrase: </a:t>
            </a:r>
            <a:r>
              <a:rPr lang="en-US" dirty="0"/>
              <a:t>The writer properly cites a source, but neglects to put in quotation marks text that has been copied word-for-word, or close to it. Although attributing the basic ideas to the source, the writer is falsely claiming original presentation and </a:t>
            </a:r>
            <a:r>
              <a:rPr lang="en-IN" dirty="0"/>
              <a:t>interpretation of the information.</a:t>
            </a:r>
          </a:p>
        </p:txBody>
      </p:sp>
    </p:spTree>
    <p:extLst>
      <p:ext uri="{BB962C8B-B14F-4D97-AF65-F5344CB8AC3E}">
        <p14:creationId xmlns:p14="http://schemas.microsoft.com/office/powerpoint/2010/main" val="2593334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C2F0-1A40-E4D9-007B-C8D8FA73F6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0B5D7C-39D1-9943-4B09-290F38E111F7}"/>
              </a:ext>
            </a:extLst>
          </p:cNvPr>
          <p:cNvSpPr>
            <a:spLocks noGrp="1"/>
          </p:cNvSpPr>
          <p:nvPr>
            <p:ph idx="1"/>
          </p:nvPr>
        </p:nvSpPr>
        <p:spPr/>
        <p:txBody>
          <a:bodyPr>
            <a:normAutofit lnSpcReduction="10000"/>
          </a:bodyPr>
          <a:lstStyle/>
          <a:p>
            <a:r>
              <a:rPr lang="en-IN" b="1" dirty="0"/>
              <a:t>The Resourceful Citer: </a:t>
            </a:r>
            <a:r>
              <a:rPr lang="en-US" dirty="0"/>
              <a:t>The writer properly cites all sources, paraphrasing and using quotations appropriately. The catch? The paper contains almost no original work! It is sometimes difficult to spot this form of plagiarism because it looks like any other </a:t>
            </a:r>
            <a:r>
              <a:rPr lang="en-IN" dirty="0"/>
              <a:t>well-researched document.</a:t>
            </a:r>
          </a:p>
          <a:p>
            <a:r>
              <a:rPr lang="en-IN" b="1" dirty="0"/>
              <a:t>The Perfect Crime: </a:t>
            </a:r>
            <a:r>
              <a:rPr lang="en-US" dirty="0"/>
              <a:t>Well, we all know it doesn’t exist. In this case, the writer properly quotes and cites sources in some places, but goes on to paraphrase other arguments from those sources without citation. This way, the writer tries to pass off the paraphrased material as his or her own analysis of the cited material.</a:t>
            </a:r>
            <a:endParaRPr lang="en-IN" dirty="0"/>
          </a:p>
          <a:p>
            <a:endParaRPr lang="en-IN" dirty="0"/>
          </a:p>
        </p:txBody>
      </p:sp>
    </p:spTree>
    <p:extLst>
      <p:ext uri="{BB962C8B-B14F-4D97-AF65-F5344CB8AC3E}">
        <p14:creationId xmlns:p14="http://schemas.microsoft.com/office/powerpoint/2010/main" val="2293125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91330912-1C41-9D53-FD90-173AC2E6D317}"/>
              </a:ext>
            </a:extLst>
          </p:cNvPr>
          <p:cNvSpPr>
            <a:spLocks noGrp="1" noChangeArrowheads="1"/>
          </p:cNvSpPr>
          <p:nvPr>
            <p:ph type="title"/>
          </p:nvPr>
        </p:nvSpPr>
        <p:spPr/>
        <p:txBody>
          <a:bodyPr/>
          <a:lstStyle/>
          <a:p>
            <a:r>
              <a:rPr lang="en-US" altLang="en-US"/>
              <a:t>Why People Plagiarise?</a:t>
            </a:r>
          </a:p>
        </p:txBody>
      </p:sp>
      <p:sp>
        <p:nvSpPr>
          <p:cNvPr id="165891" name="AutoShape 3">
            <a:extLst>
              <a:ext uri="{FF2B5EF4-FFF2-40B4-BE49-F238E27FC236}">
                <a16:creationId xmlns:a16="http://schemas.microsoft.com/office/drawing/2014/main" id="{17A0FE45-426F-B5C1-3DB7-168FC177258B}"/>
              </a:ext>
            </a:extLst>
          </p:cNvPr>
          <p:cNvSpPr>
            <a:spLocks noChangeArrowheads="1"/>
          </p:cNvSpPr>
          <p:nvPr/>
        </p:nvSpPr>
        <p:spPr bwMode="auto">
          <a:xfrm>
            <a:off x="2286000" y="1828800"/>
            <a:ext cx="2895600" cy="1447800"/>
          </a:xfrm>
          <a:prstGeom prst="wedgeEllipseCallout">
            <a:avLst>
              <a:gd name="adj1" fmla="val 90514"/>
              <a:gd name="adj2" fmla="val 14419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solidFill>
                  <a:schemeClr val="bg1"/>
                </a:solidFill>
                <a:latin typeface="Comic Sans MS" panose="030F0702030302020204" pitchFamily="66" charset="0"/>
              </a:rPr>
              <a:t>Pressures to publish </a:t>
            </a:r>
          </a:p>
          <a:p>
            <a:pPr algn="ctr"/>
            <a:r>
              <a:rPr lang="en-US" altLang="en-US" dirty="0">
                <a:solidFill>
                  <a:schemeClr val="bg1"/>
                </a:solidFill>
                <a:latin typeface="Comic Sans MS" panose="030F0702030302020204" pitchFamily="66" charset="0"/>
              </a:rPr>
              <a:t>(for career advancement)</a:t>
            </a:r>
          </a:p>
          <a:p>
            <a:pPr algn="ctr"/>
            <a:endParaRPr lang="en-US" altLang="en-US" dirty="0">
              <a:latin typeface="Comic Sans MS" panose="030F0702030302020204" pitchFamily="66" charset="0"/>
            </a:endParaRPr>
          </a:p>
        </p:txBody>
      </p:sp>
      <p:sp>
        <p:nvSpPr>
          <p:cNvPr id="165893" name="AutoShape 5">
            <a:extLst>
              <a:ext uri="{FF2B5EF4-FFF2-40B4-BE49-F238E27FC236}">
                <a16:creationId xmlns:a16="http://schemas.microsoft.com/office/drawing/2014/main" id="{BE10819A-0B05-C4D2-B8AC-8F90A549BA94}"/>
              </a:ext>
            </a:extLst>
          </p:cNvPr>
          <p:cNvSpPr>
            <a:spLocks noChangeArrowheads="1"/>
          </p:cNvSpPr>
          <p:nvPr/>
        </p:nvSpPr>
        <p:spPr bwMode="auto">
          <a:xfrm>
            <a:off x="2362200" y="4648200"/>
            <a:ext cx="2057400" cy="1371600"/>
          </a:xfrm>
          <a:prstGeom prst="wedgeEllipseCallout">
            <a:avLst>
              <a:gd name="adj1" fmla="val 140588"/>
              <a:gd name="adj2" fmla="val 2129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spcBef>
                <a:spcPct val="20000"/>
              </a:spcBef>
              <a:buClr>
                <a:schemeClr val="hlink"/>
              </a:buClr>
              <a:buFont typeface="Times" panose="02020603050405020304" pitchFamily="18" charset="0"/>
              <a:buNone/>
            </a:pPr>
            <a:r>
              <a:rPr lang="en-US" altLang="en-US" dirty="0">
                <a:solidFill>
                  <a:schemeClr val="bg1"/>
                </a:solidFill>
                <a:latin typeface="Comic Sans MS" panose="030F0702030302020204" pitchFamily="66" charset="0"/>
              </a:rPr>
              <a:t>Lack of knowledge</a:t>
            </a:r>
          </a:p>
        </p:txBody>
      </p:sp>
      <p:sp>
        <p:nvSpPr>
          <p:cNvPr id="165894" name="AutoShape 6">
            <a:extLst>
              <a:ext uri="{FF2B5EF4-FFF2-40B4-BE49-F238E27FC236}">
                <a16:creationId xmlns:a16="http://schemas.microsoft.com/office/drawing/2014/main" id="{C94BE9FA-577A-0654-A546-4018E89C7D62}"/>
              </a:ext>
            </a:extLst>
          </p:cNvPr>
          <p:cNvSpPr>
            <a:spLocks noChangeArrowheads="1"/>
          </p:cNvSpPr>
          <p:nvPr/>
        </p:nvSpPr>
        <p:spPr bwMode="auto">
          <a:xfrm>
            <a:off x="4419600" y="4038600"/>
            <a:ext cx="1905000" cy="1295400"/>
          </a:xfrm>
          <a:prstGeom prst="wedgeRoundRectCallout">
            <a:avLst>
              <a:gd name="adj1" fmla="val 65667"/>
              <a:gd name="adj2" fmla="val 3553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solidFill>
                  <a:schemeClr val="bg1"/>
                </a:solidFill>
                <a:latin typeface="Comic Sans MS" panose="030F0702030302020204" pitchFamily="66" charset="0"/>
              </a:rPr>
              <a:t>Lack of </a:t>
            </a:r>
          </a:p>
          <a:p>
            <a:pPr algn="ctr"/>
            <a:r>
              <a:rPr lang="en-US" altLang="en-US" dirty="0">
                <a:solidFill>
                  <a:schemeClr val="bg1"/>
                </a:solidFill>
                <a:latin typeface="Comic Sans MS" panose="030F0702030302020204" pitchFamily="66" charset="0"/>
              </a:rPr>
              <a:t>Enforcement</a:t>
            </a:r>
          </a:p>
        </p:txBody>
      </p:sp>
      <p:sp>
        <p:nvSpPr>
          <p:cNvPr id="165895" name="AutoShape 7">
            <a:extLst>
              <a:ext uri="{FF2B5EF4-FFF2-40B4-BE49-F238E27FC236}">
                <a16:creationId xmlns:a16="http://schemas.microsoft.com/office/drawing/2014/main" id="{645EAFF4-8839-8B84-7CB6-19FFE47B7EEF}"/>
              </a:ext>
            </a:extLst>
          </p:cNvPr>
          <p:cNvSpPr>
            <a:spLocks noChangeArrowheads="1"/>
          </p:cNvSpPr>
          <p:nvPr/>
        </p:nvSpPr>
        <p:spPr bwMode="auto">
          <a:xfrm>
            <a:off x="7848600" y="4419600"/>
            <a:ext cx="2209800" cy="1371600"/>
          </a:xfrm>
          <a:prstGeom prst="wedgeRoundRectCallout">
            <a:avLst>
              <a:gd name="adj1" fmla="val -78806"/>
              <a:gd name="adj2" fmla="val 24074"/>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spcBef>
                <a:spcPct val="20000"/>
              </a:spcBef>
              <a:buClr>
                <a:schemeClr val="hlink"/>
              </a:buClr>
              <a:buFont typeface="Times" panose="02020603050405020304" pitchFamily="18" charset="0"/>
              <a:buNone/>
            </a:pPr>
            <a:r>
              <a:rPr lang="en-US" altLang="en-US" dirty="0">
                <a:solidFill>
                  <a:schemeClr val="bg1"/>
                </a:solidFill>
                <a:latin typeface="Comic Sans MS" panose="030F0702030302020204" pitchFamily="66" charset="0"/>
              </a:rPr>
              <a:t>Laziness</a:t>
            </a:r>
          </a:p>
        </p:txBody>
      </p:sp>
      <p:sp>
        <p:nvSpPr>
          <p:cNvPr id="165896" name="AutoShape 8">
            <a:extLst>
              <a:ext uri="{FF2B5EF4-FFF2-40B4-BE49-F238E27FC236}">
                <a16:creationId xmlns:a16="http://schemas.microsoft.com/office/drawing/2014/main" id="{2FF6583F-16B9-2378-13A5-0FAC67805E9F}"/>
              </a:ext>
            </a:extLst>
          </p:cNvPr>
          <p:cNvSpPr>
            <a:spLocks noChangeArrowheads="1"/>
          </p:cNvSpPr>
          <p:nvPr/>
        </p:nvSpPr>
        <p:spPr bwMode="auto">
          <a:xfrm>
            <a:off x="2286000" y="3352800"/>
            <a:ext cx="2286000" cy="1219200"/>
          </a:xfrm>
          <a:prstGeom prst="wedgeEllipseCallout">
            <a:avLst>
              <a:gd name="adj1" fmla="val 88125"/>
              <a:gd name="adj2" fmla="val 2643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165897" name="Text Box 9">
            <a:extLst>
              <a:ext uri="{FF2B5EF4-FFF2-40B4-BE49-F238E27FC236}">
                <a16:creationId xmlns:a16="http://schemas.microsoft.com/office/drawing/2014/main" id="{560AED00-8640-B9FB-18C1-601C704115E1}"/>
              </a:ext>
            </a:extLst>
          </p:cNvPr>
          <p:cNvSpPr txBox="1">
            <a:spLocks noChangeArrowheads="1"/>
          </p:cNvSpPr>
          <p:nvPr/>
        </p:nvSpPr>
        <p:spPr bwMode="auto">
          <a:xfrm>
            <a:off x="2514600" y="3824288"/>
            <a:ext cx="17605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dirty="0">
                <a:solidFill>
                  <a:schemeClr val="bg1"/>
                </a:solidFill>
                <a:latin typeface="Comic Sans MS" panose="030F0702030302020204" pitchFamily="66" charset="0"/>
              </a:rPr>
              <a:t>Fear of failure</a:t>
            </a:r>
          </a:p>
        </p:txBody>
      </p:sp>
      <p:pic>
        <p:nvPicPr>
          <p:cNvPr id="165898" name="Picture 10">
            <a:extLst>
              <a:ext uri="{FF2B5EF4-FFF2-40B4-BE49-F238E27FC236}">
                <a16:creationId xmlns:a16="http://schemas.microsoft.com/office/drawing/2014/main" id="{E5B2F19F-FFD0-4103-1788-DD7CE0EA3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876800"/>
            <a:ext cx="1246188" cy="1295400"/>
          </a:xfrm>
          <a:prstGeom prst="rect">
            <a:avLst/>
          </a:prstGeom>
          <a:noFill/>
          <a:extLst>
            <a:ext uri="{909E8E84-426E-40DD-AFC4-6F175D3DCCD1}">
              <a14:hiddenFill xmlns:a14="http://schemas.microsoft.com/office/drawing/2010/main">
                <a:solidFill>
                  <a:srgbClr val="FFFFFF"/>
                </a:solidFill>
              </a14:hiddenFill>
            </a:ext>
          </a:extLst>
        </p:spPr>
      </p:pic>
      <p:sp>
        <p:nvSpPr>
          <p:cNvPr id="165899" name="AutoShape 11">
            <a:extLst>
              <a:ext uri="{FF2B5EF4-FFF2-40B4-BE49-F238E27FC236}">
                <a16:creationId xmlns:a16="http://schemas.microsoft.com/office/drawing/2014/main" id="{7CC06078-E13B-0091-DFB9-A4AB061AE210}"/>
              </a:ext>
            </a:extLst>
          </p:cNvPr>
          <p:cNvSpPr>
            <a:spLocks noChangeArrowheads="1"/>
          </p:cNvSpPr>
          <p:nvPr/>
        </p:nvSpPr>
        <p:spPr bwMode="auto">
          <a:xfrm>
            <a:off x="4800600" y="1447800"/>
            <a:ext cx="2819400" cy="685800"/>
          </a:xfrm>
          <a:prstGeom prst="wedgeRoundRectCallout">
            <a:avLst>
              <a:gd name="adj1" fmla="val -29056"/>
              <a:gd name="adj2" fmla="val 2578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dirty="0">
                <a:solidFill>
                  <a:schemeClr val="bg1"/>
                </a:solidFill>
                <a:latin typeface="Comic Sans MS" panose="030F0702030302020204" pitchFamily="66" charset="0"/>
              </a:rPr>
              <a:t>Lack of time / planning</a:t>
            </a:r>
          </a:p>
        </p:txBody>
      </p:sp>
      <p:sp>
        <p:nvSpPr>
          <p:cNvPr id="165900" name="AutoShape 12">
            <a:extLst>
              <a:ext uri="{FF2B5EF4-FFF2-40B4-BE49-F238E27FC236}">
                <a16:creationId xmlns:a16="http://schemas.microsoft.com/office/drawing/2014/main" id="{2637EFAE-3403-4CBD-5D80-78BDAE93FBB2}"/>
              </a:ext>
            </a:extLst>
          </p:cNvPr>
          <p:cNvSpPr>
            <a:spLocks noChangeArrowheads="1"/>
          </p:cNvSpPr>
          <p:nvPr/>
        </p:nvSpPr>
        <p:spPr bwMode="auto">
          <a:xfrm>
            <a:off x="7391400" y="1905000"/>
            <a:ext cx="2819400" cy="685800"/>
          </a:xfrm>
          <a:prstGeom prst="wedgeRoundRectCallout">
            <a:avLst>
              <a:gd name="adj1" fmla="val -45269"/>
              <a:gd name="adj2" fmla="val 35231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dirty="0">
                <a:solidFill>
                  <a:schemeClr val="bg1"/>
                </a:solidFill>
                <a:latin typeface="Comic Sans MS" panose="030F0702030302020204" pitchFamily="66" charset="0"/>
              </a:rPr>
              <a:t>To influence others</a:t>
            </a:r>
          </a:p>
        </p:txBody>
      </p:sp>
      <p:sp>
        <p:nvSpPr>
          <p:cNvPr id="165892" name="AutoShape 4">
            <a:extLst>
              <a:ext uri="{FF2B5EF4-FFF2-40B4-BE49-F238E27FC236}">
                <a16:creationId xmlns:a16="http://schemas.microsoft.com/office/drawing/2014/main" id="{3D9BB52A-9D70-CA42-B2D8-F2C811095AF8}"/>
              </a:ext>
            </a:extLst>
          </p:cNvPr>
          <p:cNvSpPr>
            <a:spLocks noChangeArrowheads="1"/>
          </p:cNvSpPr>
          <p:nvPr/>
        </p:nvSpPr>
        <p:spPr bwMode="auto">
          <a:xfrm>
            <a:off x="5486400" y="2590800"/>
            <a:ext cx="4724400" cy="1676400"/>
          </a:xfrm>
          <a:prstGeom prst="wedgeEllipseCallout">
            <a:avLst>
              <a:gd name="adj1" fmla="val -27556"/>
              <a:gd name="adj2" fmla="val 9394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solidFill>
                  <a:schemeClr val="bg1"/>
                </a:solidFill>
                <a:latin typeface="Comic Sans MS" panose="030F0702030302020204" pitchFamily="66" charset="0"/>
              </a:rPr>
              <a:t>Competition </a:t>
            </a:r>
          </a:p>
          <a:p>
            <a:pPr algn="ctr"/>
            <a:r>
              <a:rPr lang="en-US" altLang="en-US" dirty="0">
                <a:solidFill>
                  <a:schemeClr val="bg1"/>
                </a:solidFill>
                <a:latin typeface="Comic Sans MS" panose="030F0702030302020204" pitchFamily="66" charset="0"/>
              </a:rPr>
              <a:t>(parental &amp; colleague pressure)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899"/>
                                        </p:tgtEl>
                                        <p:attrNameLst>
                                          <p:attrName>style.visibility</p:attrName>
                                        </p:attrNameLst>
                                      </p:cBhvr>
                                      <p:to>
                                        <p:strVal val="visible"/>
                                      </p:to>
                                    </p:set>
                                    <p:anim calcmode="lin" valueType="num">
                                      <p:cBhvr additive="base">
                                        <p:cTn id="7" dur="500" fill="hold"/>
                                        <p:tgtEl>
                                          <p:spTgt spid="165899"/>
                                        </p:tgtEl>
                                        <p:attrNameLst>
                                          <p:attrName>ppt_x</p:attrName>
                                        </p:attrNameLst>
                                      </p:cBhvr>
                                      <p:tavLst>
                                        <p:tav tm="0">
                                          <p:val>
                                            <p:strVal val="#ppt_x"/>
                                          </p:val>
                                        </p:tav>
                                        <p:tav tm="100000">
                                          <p:val>
                                            <p:strVal val="#ppt_x"/>
                                          </p:val>
                                        </p:tav>
                                      </p:tavLst>
                                    </p:anim>
                                    <p:anim calcmode="lin" valueType="num">
                                      <p:cBhvr additive="base">
                                        <p:cTn id="8" dur="500" fill="hold"/>
                                        <p:tgtEl>
                                          <p:spTgt spid="1658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5900"/>
                                        </p:tgtEl>
                                        <p:attrNameLst>
                                          <p:attrName>style.visibility</p:attrName>
                                        </p:attrNameLst>
                                      </p:cBhvr>
                                      <p:to>
                                        <p:strVal val="visible"/>
                                      </p:to>
                                    </p:set>
                                    <p:anim calcmode="lin" valueType="num">
                                      <p:cBhvr additive="base">
                                        <p:cTn id="13" dur="500" fill="hold"/>
                                        <p:tgtEl>
                                          <p:spTgt spid="165900"/>
                                        </p:tgtEl>
                                        <p:attrNameLst>
                                          <p:attrName>ppt_x</p:attrName>
                                        </p:attrNameLst>
                                      </p:cBhvr>
                                      <p:tavLst>
                                        <p:tav tm="0">
                                          <p:val>
                                            <p:strVal val="#ppt_x"/>
                                          </p:val>
                                        </p:tav>
                                        <p:tav tm="100000">
                                          <p:val>
                                            <p:strVal val="#ppt_x"/>
                                          </p:val>
                                        </p:tav>
                                      </p:tavLst>
                                    </p:anim>
                                    <p:anim calcmode="lin" valueType="num">
                                      <p:cBhvr additive="base">
                                        <p:cTn id="14" dur="500" fill="hold"/>
                                        <p:tgtEl>
                                          <p:spTgt spid="165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9" grpId="0" animBg="1" autoUpdateAnimBg="0"/>
      <p:bldP spid="16590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D52D5F2C-8325-7FF6-07B3-931D5860D65C}"/>
              </a:ext>
            </a:extLst>
          </p:cNvPr>
          <p:cNvSpPr>
            <a:spLocks noGrp="1" noChangeArrowheads="1"/>
          </p:cNvSpPr>
          <p:nvPr>
            <p:ph type="title"/>
          </p:nvPr>
        </p:nvSpPr>
        <p:spPr/>
        <p:txBody>
          <a:bodyPr/>
          <a:lstStyle/>
          <a:p>
            <a:r>
              <a:rPr lang="en-US" altLang="en-US">
                <a:effectLst>
                  <a:outerShdw blurRad="38100" dist="38100" dir="2700000" algn="tl">
                    <a:srgbClr val="C0C0C0"/>
                  </a:outerShdw>
                </a:effectLst>
              </a:rPr>
              <a:t>Stop Plagiarism</a:t>
            </a:r>
          </a:p>
        </p:txBody>
      </p:sp>
      <p:pic>
        <p:nvPicPr>
          <p:cNvPr id="147459" name="Picture 3">
            <a:extLst>
              <a:ext uri="{FF2B5EF4-FFF2-40B4-BE49-F238E27FC236}">
                <a16:creationId xmlns:a16="http://schemas.microsoft.com/office/drawing/2014/main" id="{E3C2459B-83F7-372E-4C95-C25BE28D0A42}"/>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5216526" y="2697164"/>
            <a:ext cx="2354263" cy="2484437"/>
          </a:xfr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67B7892-F880-C25F-CE43-75E9146671D8}"/>
              </a:ext>
            </a:extLst>
          </p:cNvPr>
          <p:cNvSpPr>
            <a:spLocks noGrp="1" noChangeArrowheads="1"/>
          </p:cNvSpPr>
          <p:nvPr>
            <p:ph type="ctrTitle" idx="4294967295"/>
          </p:nvPr>
        </p:nvSpPr>
        <p:spPr>
          <a:xfrm>
            <a:off x="2209800" y="0"/>
            <a:ext cx="7772400" cy="6858000"/>
          </a:xfrm>
        </p:spPr>
        <p:txBody>
          <a:bodyPr/>
          <a:lstStyle/>
          <a:p>
            <a:br>
              <a:rPr lang="en-US" altLang="en-US" sz="8000">
                <a:solidFill>
                  <a:srgbClr val="FFFFFA"/>
                </a:solidFill>
                <a:latin typeface="Arial Rounded MT Bold" panose="020F0704030504030204" pitchFamily="34" charset="0"/>
              </a:rPr>
            </a:br>
            <a:br>
              <a:rPr lang="en-US" altLang="en-US" sz="5400">
                <a:solidFill>
                  <a:srgbClr val="FFFFFA"/>
                </a:solidFill>
                <a:latin typeface="Arial Rounded MT Bold" panose="020F0704030504030204" pitchFamily="34" charset="0"/>
              </a:rPr>
            </a:br>
            <a:br>
              <a:rPr lang="en-US" altLang="en-US" sz="5400">
                <a:solidFill>
                  <a:srgbClr val="FFFFFA"/>
                </a:solidFill>
                <a:latin typeface="Arial Rounded MT Bold" panose="020F0704030504030204" pitchFamily="34" charset="0"/>
              </a:rPr>
            </a:br>
            <a:br>
              <a:rPr lang="en-US" altLang="en-US" sz="5400">
                <a:solidFill>
                  <a:srgbClr val="FFFFFA"/>
                </a:solidFill>
                <a:latin typeface="Arial Rounded MT Bold" panose="020F0704030504030204" pitchFamily="34" charset="0"/>
              </a:rPr>
            </a:br>
            <a:br>
              <a:rPr lang="en-US" altLang="en-US" sz="5400">
                <a:solidFill>
                  <a:srgbClr val="FFFFFA"/>
                </a:solidFill>
                <a:latin typeface="Arial Rounded MT Bold" panose="020F0704030504030204" pitchFamily="34" charset="0"/>
              </a:rPr>
            </a:br>
            <a:br>
              <a:rPr lang="en-US" altLang="en-US" sz="5400">
                <a:latin typeface="Arial Rounded MT Bold" panose="020F0704030504030204" pitchFamily="34" charset="0"/>
              </a:rPr>
            </a:br>
            <a:endParaRPr lang="en-US" altLang="en-US" sz="5400">
              <a:latin typeface="Arial Rounded MT Bold" panose="020F0704030504030204" pitchFamily="34" charset="0"/>
            </a:endParaRPr>
          </a:p>
        </p:txBody>
      </p:sp>
      <p:sp>
        <p:nvSpPr>
          <p:cNvPr id="118787" name="Rectangle 3">
            <a:extLst>
              <a:ext uri="{FF2B5EF4-FFF2-40B4-BE49-F238E27FC236}">
                <a16:creationId xmlns:a16="http://schemas.microsoft.com/office/drawing/2014/main" id="{B071F3A8-17A9-A68C-EC54-5C8412004466}"/>
              </a:ext>
            </a:extLst>
          </p:cNvPr>
          <p:cNvSpPr>
            <a:spLocks noGrp="1" noChangeArrowheads="1"/>
          </p:cNvSpPr>
          <p:nvPr>
            <p:ph type="subTitle" idx="4294967295"/>
          </p:nvPr>
        </p:nvSpPr>
        <p:spPr>
          <a:xfrm>
            <a:off x="2743200" y="4572000"/>
            <a:ext cx="6400800" cy="1752600"/>
          </a:xfrm>
        </p:spPr>
        <p:txBody>
          <a:bodyPr/>
          <a:lstStyle/>
          <a:p>
            <a:pPr marL="0" indent="0" algn="ctr">
              <a:buNone/>
            </a:pPr>
            <a:endParaRPr lang="en-US" altLang="en-US">
              <a:latin typeface="Arial Rounded MT Bold" panose="020F0704030504030204" pitchFamily="34" charset="0"/>
            </a:endParaRPr>
          </a:p>
          <a:p>
            <a:pPr marL="0" indent="0" algn="ctr">
              <a:buNone/>
            </a:pPr>
            <a:endParaRPr lang="en-US" altLang="en-US">
              <a:latin typeface="Arial Rounded MT Bold" panose="020F0704030504030204" pitchFamily="34" charset="0"/>
            </a:endParaRPr>
          </a:p>
        </p:txBody>
      </p:sp>
      <p:pic>
        <p:nvPicPr>
          <p:cNvPr id="118788" name="Picture 4" descr="Cut-and-Paste">
            <a:hlinkClick r:id="rId3"/>
            <a:extLst>
              <a:ext uri="{FF2B5EF4-FFF2-40B4-BE49-F238E27FC236}">
                <a16:creationId xmlns:a16="http://schemas.microsoft.com/office/drawing/2014/main" id="{35595EFA-B278-BFFF-8BE8-A91C755504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073276"/>
            <a:ext cx="3352800" cy="310832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8789" name="Text Box 5">
            <a:extLst>
              <a:ext uri="{FF2B5EF4-FFF2-40B4-BE49-F238E27FC236}">
                <a16:creationId xmlns:a16="http://schemas.microsoft.com/office/drawing/2014/main" id="{C6A417DF-006E-F793-90BE-BDA9C49103F0}"/>
              </a:ext>
            </a:extLst>
          </p:cNvPr>
          <p:cNvSpPr txBox="1">
            <a:spLocks noChangeArrowheads="1"/>
          </p:cNvSpPr>
          <p:nvPr/>
        </p:nvSpPr>
        <p:spPr bwMode="auto">
          <a:xfrm>
            <a:off x="2438400" y="149225"/>
            <a:ext cx="7391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b="1">
                <a:solidFill>
                  <a:schemeClr val="tx2"/>
                </a:solidFill>
                <a:latin typeface="Helvetica" panose="020B0604020202020204" pitchFamily="34" charset="0"/>
              </a:rPr>
              <a:t>Say No to </a:t>
            </a:r>
            <a:r>
              <a:rPr lang="en-US" altLang="en-US" sz="4400" b="1">
                <a:solidFill>
                  <a:schemeClr val="tx2"/>
                </a:solidFill>
                <a:effectLst>
                  <a:outerShdw blurRad="38100" dist="38100" dir="2700000" algn="tl">
                    <a:srgbClr val="C0C0C0"/>
                  </a:outerShdw>
                </a:effectLst>
                <a:latin typeface="Helvetica" panose="020B0604020202020204" pitchFamily="34" charset="0"/>
              </a:rPr>
              <a:t>Plagiarism</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7FB3B1EF-BFF3-A626-6568-98401C1971A6}"/>
              </a:ext>
            </a:extLst>
          </p:cNvPr>
          <p:cNvSpPr>
            <a:spLocks noGrp="1" noChangeArrowheads="1"/>
          </p:cNvSpPr>
          <p:nvPr>
            <p:ph type="title"/>
          </p:nvPr>
        </p:nvSpPr>
        <p:spPr/>
        <p:txBody>
          <a:bodyPr/>
          <a:lstStyle/>
          <a:p>
            <a:r>
              <a:rPr lang="en-US" altLang="en-US"/>
              <a:t>Say No to </a:t>
            </a:r>
            <a:r>
              <a:rPr lang="en-US" altLang="en-US">
                <a:effectLst>
                  <a:outerShdw blurRad="38100" dist="38100" dir="2700000" algn="tl">
                    <a:srgbClr val="C0C0C0"/>
                  </a:outerShdw>
                </a:effectLst>
              </a:rPr>
              <a:t>Plagiarism</a:t>
            </a:r>
          </a:p>
        </p:txBody>
      </p:sp>
      <p:graphicFrame>
        <p:nvGraphicFramePr>
          <p:cNvPr id="156675" name="Object 3">
            <a:extLst>
              <a:ext uri="{FF2B5EF4-FFF2-40B4-BE49-F238E27FC236}">
                <a16:creationId xmlns:a16="http://schemas.microsoft.com/office/drawing/2014/main" id="{2C6BEBDC-4CC1-BD28-B79A-044B472E345C}"/>
              </a:ext>
            </a:extLst>
          </p:cNvPr>
          <p:cNvGraphicFramePr>
            <a:graphicFrameLocks noGrp="1" noChangeAspect="1"/>
          </p:cNvGraphicFramePr>
          <p:nvPr>
            <p:ph idx="1"/>
          </p:nvPr>
        </p:nvGraphicFramePr>
        <p:xfrm>
          <a:off x="5233989" y="1697039"/>
          <a:ext cx="1857375" cy="3995737"/>
        </p:xfrm>
        <a:graphic>
          <a:graphicData uri="http://schemas.openxmlformats.org/presentationml/2006/ole">
            <mc:AlternateContent xmlns:mc="http://schemas.openxmlformats.org/markup-compatibility/2006">
              <mc:Choice xmlns:v="urn:schemas-microsoft-com:vml" Requires="v">
                <p:oleObj name="Clip" r:id="rId2" imgW="1857600" imgH="3995640" progId="MS_ClipArt_Gallery.2">
                  <p:embed/>
                </p:oleObj>
              </mc:Choice>
              <mc:Fallback>
                <p:oleObj name="Clip" r:id="rId2" imgW="1857600" imgH="3995640" progId="MS_ClipArt_Gallery.2">
                  <p:embed/>
                  <p:pic>
                    <p:nvPicPr>
                      <p:cNvPr id="156675" name="Object 3">
                        <a:extLst>
                          <a:ext uri="{FF2B5EF4-FFF2-40B4-BE49-F238E27FC236}">
                            <a16:creationId xmlns:a16="http://schemas.microsoft.com/office/drawing/2014/main" id="{2C6BEBDC-4CC1-BD28-B79A-044B472E3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3989" y="1697039"/>
                        <a:ext cx="1857375" cy="399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F0364CD9-7FBE-2772-3B63-D6DE3764519B}"/>
              </a:ext>
            </a:extLst>
          </p:cNvPr>
          <p:cNvSpPr>
            <a:spLocks noGrp="1" noChangeArrowheads="1"/>
          </p:cNvSpPr>
          <p:nvPr>
            <p:ph type="title"/>
          </p:nvPr>
        </p:nvSpPr>
        <p:spPr/>
        <p:txBody>
          <a:bodyPr/>
          <a:lstStyle/>
          <a:p>
            <a:r>
              <a:rPr lang="en-US" altLang="en-US">
                <a:effectLst>
                  <a:outerShdw blurRad="38100" dist="38100" dir="2700000" algn="tl">
                    <a:srgbClr val="C0C0C0"/>
                  </a:outerShdw>
                </a:effectLst>
              </a:rPr>
              <a:t>Avoiding Plagiarism</a:t>
            </a:r>
          </a:p>
        </p:txBody>
      </p:sp>
      <p:sp>
        <p:nvSpPr>
          <p:cNvPr id="121859" name="Rectangle 3">
            <a:extLst>
              <a:ext uri="{FF2B5EF4-FFF2-40B4-BE49-F238E27FC236}">
                <a16:creationId xmlns:a16="http://schemas.microsoft.com/office/drawing/2014/main" id="{A9E08F06-E396-CB36-3F5C-80A8289EB7D4}"/>
              </a:ext>
            </a:extLst>
          </p:cNvPr>
          <p:cNvSpPr>
            <a:spLocks noGrp="1" noChangeArrowheads="1"/>
          </p:cNvSpPr>
          <p:nvPr>
            <p:ph type="body" idx="1"/>
          </p:nvPr>
        </p:nvSpPr>
        <p:spPr/>
        <p:txBody>
          <a:bodyPr/>
          <a:lstStyle/>
          <a:p>
            <a:pPr>
              <a:lnSpc>
                <a:spcPct val="90000"/>
              </a:lnSpc>
            </a:pPr>
            <a:r>
              <a:rPr lang="en-US" altLang="en-US" sz="2400" dirty="0">
                <a:effectLst>
                  <a:outerShdw blurRad="38100" dist="38100" dir="2700000" algn="tl">
                    <a:srgbClr val="C0C0C0"/>
                  </a:outerShdw>
                </a:effectLst>
                <a:latin typeface="Arial Rounded MT Bold" panose="020F0704030504030204" pitchFamily="34" charset="0"/>
              </a:rPr>
              <a:t>One way to avoid plagiarism is reading something and putting it into your own words</a:t>
            </a:r>
          </a:p>
          <a:p>
            <a:pPr>
              <a:lnSpc>
                <a:spcPct val="90000"/>
              </a:lnSpc>
            </a:pPr>
            <a:r>
              <a:rPr lang="en-US" altLang="en-US" sz="2400" dirty="0">
                <a:effectLst>
                  <a:outerShdw blurRad="38100" dist="38100" dir="2700000" algn="tl">
                    <a:srgbClr val="C0C0C0"/>
                  </a:outerShdw>
                </a:effectLst>
                <a:latin typeface="Arial Rounded MT Bold" panose="020F0704030504030204" pitchFamily="34" charset="0"/>
              </a:rPr>
              <a:t>Another way is to credit the author of what you read and not taking credit for it</a:t>
            </a:r>
          </a:p>
          <a:p>
            <a:pPr>
              <a:lnSpc>
                <a:spcPct val="90000"/>
              </a:lnSpc>
            </a:pPr>
            <a:r>
              <a:rPr lang="en-US" altLang="en-US" sz="2400" dirty="0">
                <a:effectLst>
                  <a:outerShdw blurRad="38100" dist="38100" dir="2700000" algn="tl">
                    <a:srgbClr val="C0C0C0"/>
                  </a:outerShdw>
                </a:effectLst>
                <a:latin typeface="Arial Rounded MT Bold" panose="020F0704030504030204" pitchFamily="34" charset="0"/>
              </a:rPr>
              <a:t>Using quotations is another way of avoiding plagiarism</a:t>
            </a:r>
          </a:p>
          <a:p>
            <a:pPr>
              <a:lnSpc>
                <a:spcPct val="90000"/>
              </a:lnSpc>
            </a:pPr>
            <a:r>
              <a:rPr lang="en-US" altLang="en-US" sz="2400" dirty="0">
                <a:effectLst>
                  <a:outerShdw blurRad="38100" dist="38100" dir="2700000" algn="tl">
                    <a:srgbClr val="C0C0C0"/>
                  </a:outerShdw>
                </a:effectLst>
                <a:latin typeface="Arial Rounded MT Bold" panose="020F0704030504030204" pitchFamily="34" charset="0"/>
              </a:rPr>
              <a:t>At the beginning of the first sentence in which you quote, paraphrase, or summarize, make it clear that what comes next is someone else's idea </a:t>
            </a:r>
          </a:p>
          <a:p>
            <a:pPr>
              <a:lnSpc>
                <a:spcPct val="90000"/>
              </a:lnSpc>
              <a:buFont typeface="Times" panose="02020603050405020304" pitchFamily="18" charset="0"/>
              <a:buNone/>
            </a:pPr>
            <a:endParaRPr lang="en-US" altLang="en-US" sz="2400" dirty="0">
              <a:effectLst>
                <a:outerShdw blurRad="38100" dist="38100" dir="2700000" algn="tl">
                  <a:srgbClr val="C0C0C0"/>
                </a:outerShdw>
              </a:effectLst>
              <a:latin typeface="Arial Rounded MT Bold" panose="020F0704030504030204" pitchFamily="34" charset="0"/>
            </a:endParaRPr>
          </a:p>
          <a:p>
            <a:pPr>
              <a:lnSpc>
                <a:spcPct val="90000"/>
              </a:lnSpc>
              <a:buFont typeface="Times" panose="02020603050405020304" pitchFamily="18" charset="0"/>
              <a:buNone/>
            </a:pPr>
            <a:endParaRPr lang="en-US"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8ED85800-4484-E8DC-9361-A293DE0FCFB4}"/>
              </a:ext>
            </a:extLst>
          </p:cNvPr>
          <p:cNvSpPr>
            <a:spLocks noGrp="1" noChangeArrowheads="1"/>
          </p:cNvSpPr>
          <p:nvPr>
            <p:ph type="title"/>
          </p:nvPr>
        </p:nvSpPr>
        <p:spPr/>
        <p:txBody>
          <a:bodyPr/>
          <a:lstStyle/>
          <a:p>
            <a:r>
              <a:rPr lang="en-US" altLang="en-US">
                <a:effectLst>
                  <a:outerShdw blurRad="38100" dist="38100" dir="2700000" algn="tl">
                    <a:srgbClr val="C0C0C0"/>
                  </a:outerShdw>
                </a:effectLst>
              </a:rPr>
              <a:t>Avoiding Plagiarism</a:t>
            </a:r>
            <a:endParaRPr lang="en-US" altLang="en-US" b="0">
              <a:effectLst>
                <a:outerShdw blurRad="38100" dist="38100" dir="2700000" algn="tl">
                  <a:srgbClr val="C0C0C0"/>
                </a:outerShdw>
              </a:effectLst>
            </a:endParaRPr>
          </a:p>
        </p:txBody>
      </p:sp>
      <p:sp>
        <p:nvSpPr>
          <p:cNvPr id="122883" name="Rectangle 3">
            <a:extLst>
              <a:ext uri="{FF2B5EF4-FFF2-40B4-BE49-F238E27FC236}">
                <a16:creationId xmlns:a16="http://schemas.microsoft.com/office/drawing/2014/main" id="{39795ED7-A858-04D2-599A-C0CEAE3833FE}"/>
              </a:ext>
            </a:extLst>
          </p:cNvPr>
          <p:cNvSpPr>
            <a:spLocks noGrp="1" noChangeArrowheads="1"/>
          </p:cNvSpPr>
          <p:nvPr>
            <p:ph type="body" idx="1"/>
          </p:nvPr>
        </p:nvSpPr>
        <p:spPr/>
        <p:txBody>
          <a:bodyPr/>
          <a:lstStyle/>
          <a:p>
            <a:pPr>
              <a:lnSpc>
                <a:spcPct val="90000"/>
              </a:lnSpc>
              <a:buFont typeface="Wingdings" panose="05000000000000000000" pitchFamily="2" charset="2"/>
              <a:buNone/>
            </a:pPr>
            <a:r>
              <a:rPr lang="en-US" altLang="en-US" sz="2400">
                <a:effectLst>
                  <a:outerShdw blurRad="38100" dist="38100" dir="2700000" algn="tl">
                    <a:srgbClr val="C0C0C0"/>
                  </a:outerShdw>
                </a:effectLst>
                <a:latin typeface="Arial Rounded MT Bold" panose="020F0704030504030204" pitchFamily="34" charset="0"/>
              </a:rPr>
              <a:t>If you are worried about being accused of plagiarism, your best defense is to…</a:t>
            </a:r>
            <a:br>
              <a:rPr lang="en-US" altLang="en-US" sz="2400">
                <a:effectLst>
                  <a:outerShdw blurRad="38100" dist="38100" dir="2700000" algn="tl">
                    <a:srgbClr val="C0C0C0"/>
                  </a:outerShdw>
                </a:effectLst>
                <a:latin typeface="Arial Rounded MT Bold" panose="020F0704030504030204" pitchFamily="34" charset="0"/>
              </a:rPr>
            </a:br>
            <a:endParaRPr lang="en-US" altLang="en-US" sz="2400">
              <a:effectLst>
                <a:outerShdw blurRad="38100" dist="38100" dir="2700000" algn="tl">
                  <a:srgbClr val="C0C0C0"/>
                </a:outerShdw>
              </a:effectLst>
              <a:latin typeface="Arial Rounded MT Bold" panose="020F0704030504030204" pitchFamily="34" charset="0"/>
            </a:endParaRPr>
          </a:p>
          <a:p>
            <a:pPr>
              <a:lnSpc>
                <a:spcPct val="90000"/>
              </a:lnSpc>
            </a:pPr>
            <a:r>
              <a:rPr lang="en-US" altLang="en-US" sz="2400">
                <a:effectLst>
                  <a:outerShdw blurRad="38100" dist="38100" dir="2700000" algn="tl">
                    <a:srgbClr val="C0C0C0"/>
                  </a:outerShdw>
                </a:effectLst>
                <a:latin typeface="Arial Rounded MT Bold" panose="020F0704030504030204" pitchFamily="34" charset="0"/>
              </a:rPr>
              <a:t>Do your own work</a:t>
            </a:r>
            <a:br>
              <a:rPr lang="en-US" altLang="en-US" sz="2400">
                <a:effectLst>
                  <a:outerShdw blurRad="38100" dist="38100" dir="2700000" algn="tl">
                    <a:srgbClr val="C0C0C0"/>
                  </a:outerShdw>
                </a:effectLst>
                <a:latin typeface="Arial Rounded MT Bold" panose="020F0704030504030204" pitchFamily="34" charset="0"/>
              </a:rPr>
            </a:br>
            <a:endParaRPr lang="en-US" altLang="en-US" sz="2400">
              <a:effectLst>
                <a:outerShdw blurRad="38100" dist="38100" dir="2700000" algn="tl">
                  <a:srgbClr val="C0C0C0"/>
                </a:outerShdw>
              </a:effectLst>
              <a:latin typeface="Arial Rounded MT Bold" panose="020F0704030504030204" pitchFamily="34" charset="0"/>
            </a:endParaRPr>
          </a:p>
          <a:p>
            <a:pPr>
              <a:lnSpc>
                <a:spcPct val="90000"/>
              </a:lnSpc>
            </a:pPr>
            <a:r>
              <a:rPr lang="en-US" altLang="en-US" sz="2400">
                <a:effectLst>
                  <a:outerShdw blurRad="38100" dist="38100" dir="2700000" algn="tl">
                    <a:srgbClr val="C0C0C0"/>
                  </a:outerShdw>
                </a:effectLst>
                <a:latin typeface="Arial Rounded MT Bold" panose="020F0704030504030204" pitchFamily="34" charset="0"/>
              </a:rPr>
              <a:t>Keep careful track of your sources and notes</a:t>
            </a:r>
            <a:br>
              <a:rPr lang="en-US" altLang="en-US" sz="2400">
                <a:effectLst>
                  <a:outerShdw blurRad="38100" dist="38100" dir="2700000" algn="tl">
                    <a:srgbClr val="C0C0C0"/>
                  </a:outerShdw>
                </a:effectLst>
                <a:latin typeface="Arial Rounded MT Bold" panose="020F0704030504030204" pitchFamily="34" charset="0"/>
              </a:rPr>
            </a:br>
            <a:endParaRPr lang="en-US" altLang="en-US" sz="2400">
              <a:effectLst>
                <a:outerShdw blurRad="38100" dist="38100" dir="2700000" algn="tl">
                  <a:srgbClr val="C0C0C0"/>
                </a:outerShdw>
              </a:effectLst>
              <a:latin typeface="Arial Rounded MT Bold" panose="020F0704030504030204" pitchFamily="34" charset="0"/>
            </a:endParaRPr>
          </a:p>
          <a:p>
            <a:pPr>
              <a:lnSpc>
                <a:spcPct val="90000"/>
              </a:lnSpc>
            </a:pPr>
            <a:r>
              <a:rPr lang="en-US" altLang="en-US" sz="2400">
                <a:effectLst>
                  <a:outerShdw blurRad="38100" dist="38100" dir="2700000" algn="tl">
                    <a:srgbClr val="C0C0C0"/>
                  </a:outerShdw>
                </a:effectLst>
                <a:latin typeface="Arial Rounded MT Bold" panose="020F0704030504030204" pitchFamily="34" charset="0"/>
              </a:rPr>
              <a:t>Understand everything you have written</a:t>
            </a:r>
            <a:br>
              <a:rPr lang="en-US" altLang="en-US" sz="2400">
                <a:effectLst>
                  <a:outerShdw blurRad="38100" dist="38100" dir="2700000" algn="tl">
                    <a:srgbClr val="C0C0C0"/>
                  </a:outerShdw>
                </a:effectLst>
                <a:latin typeface="Arial Rounded MT Bold" panose="020F0704030504030204" pitchFamily="34" charset="0"/>
              </a:rPr>
            </a:br>
            <a:endParaRPr lang="en-US" altLang="en-US" sz="2400">
              <a:effectLst>
                <a:outerShdw blurRad="38100" dist="38100" dir="2700000" algn="tl">
                  <a:srgbClr val="C0C0C0"/>
                </a:outerShdw>
              </a:effectLst>
              <a:latin typeface="Arial Rounded MT Bold" panose="020F0704030504030204" pitchFamily="34" charset="0"/>
            </a:endParaRPr>
          </a:p>
          <a:p>
            <a:pPr>
              <a:lnSpc>
                <a:spcPct val="90000"/>
              </a:lnSpc>
            </a:pPr>
            <a:r>
              <a:rPr lang="en-US" altLang="en-US" sz="2400">
                <a:effectLst>
                  <a:outerShdw blurRad="38100" dist="38100" dir="2700000" algn="tl">
                    <a:srgbClr val="C0C0C0"/>
                  </a:outerShdw>
                </a:effectLst>
                <a:latin typeface="Arial Rounded MT Bold" panose="020F0704030504030204" pitchFamily="34" charset="0"/>
              </a:rPr>
              <a:t>Finally, acknowledge those who contribute to your work</a:t>
            </a:r>
          </a:p>
          <a:p>
            <a:pPr>
              <a:buFont typeface="Times" panose="02020603050405020304" pitchFamily="18" charset="0"/>
              <a:buNone/>
            </a:pP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BC372C0F-240B-E276-3C83-0498F39D0246}"/>
              </a:ext>
            </a:extLst>
          </p:cNvPr>
          <p:cNvSpPr>
            <a:spLocks noGrp="1" noChangeArrowheads="1"/>
          </p:cNvSpPr>
          <p:nvPr>
            <p:ph type="title"/>
          </p:nvPr>
        </p:nvSpPr>
        <p:spPr/>
        <p:txBody>
          <a:bodyPr/>
          <a:lstStyle/>
          <a:p>
            <a:r>
              <a:rPr lang="en-US" altLang="en-US" sz="3600"/>
              <a:t>Avoiding Plagiarism</a:t>
            </a:r>
            <a:r>
              <a:rPr lang="en-US" altLang="en-US"/>
              <a:t> </a:t>
            </a:r>
          </a:p>
        </p:txBody>
      </p:sp>
      <p:sp>
        <p:nvSpPr>
          <p:cNvPr id="23555" name="Rectangle 1027">
            <a:extLst>
              <a:ext uri="{FF2B5EF4-FFF2-40B4-BE49-F238E27FC236}">
                <a16:creationId xmlns:a16="http://schemas.microsoft.com/office/drawing/2014/main" id="{C68C924B-FDBC-4C78-11E6-10C5350A0594}"/>
              </a:ext>
            </a:extLst>
          </p:cNvPr>
          <p:cNvSpPr>
            <a:spLocks noGrp="1" noChangeArrowheads="1"/>
          </p:cNvSpPr>
          <p:nvPr>
            <p:ph type="body" idx="1"/>
          </p:nvPr>
        </p:nvSpPr>
        <p:spPr>
          <a:xfrm>
            <a:off x="2438400" y="1219200"/>
            <a:ext cx="7543800" cy="5109156"/>
          </a:xfrm>
        </p:spPr>
        <p:txBody>
          <a:bodyPr>
            <a:spAutoFit/>
          </a:bodyPr>
          <a:lstStyle/>
          <a:p>
            <a:pPr marL="292100" indent="-292100"/>
            <a:r>
              <a:rPr lang="en-US" altLang="en-US" sz="2400"/>
              <a:t>attribute references </a:t>
            </a:r>
          </a:p>
          <a:p>
            <a:pPr marL="292100" indent="-292100"/>
            <a:r>
              <a:rPr lang="en-US" altLang="en-US" sz="2400"/>
              <a:t>describe all sources of information </a:t>
            </a:r>
          </a:p>
          <a:p>
            <a:pPr marL="292100" indent="-292100"/>
            <a:r>
              <a:rPr lang="en-US" altLang="en-US" sz="2400"/>
              <a:t>give acknowledgments </a:t>
            </a:r>
          </a:p>
          <a:p>
            <a:pPr marL="292100" indent="-292100"/>
            <a:r>
              <a:rPr lang="en-US" altLang="en-US" sz="2400"/>
              <a:t>provide footnotes </a:t>
            </a:r>
          </a:p>
          <a:p>
            <a:pPr marL="292100" indent="-292100"/>
            <a:r>
              <a:rPr lang="en-US" altLang="en-US" sz="2400"/>
              <a:t>use quotation marks wherever required </a:t>
            </a:r>
          </a:p>
          <a:p>
            <a:pPr marL="292100" indent="-292100"/>
            <a:r>
              <a:rPr lang="en-US" altLang="en-US" sz="2400"/>
              <a:t>paraphrase the original, attributed work </a:t>
            </a:r>
          </a:p>
          <a:p>
            <a:pPr marL="292100" indent="-292100"/>
            <a:r>
              <a:rPr lang="en-US" altLang="en-US" sz="2400"/>
              <a:t>for extensive quotations, obtain permission from the publisher of the original work </a:t>
            </a:r>
          </a:p>
          <a:p>
            <a:pPr marL="292100" indent="-292100"/>
            <a:r>
              <a:rPr lang="en-US" altLang="en-US" sz="2400"/>
              <a:t>avoid self-plagiarism by taking permission from the publisher of the previous article authored by you </a:t>
            </a:r>
          </a:p>
          <a:p>
            <a:pPr marL="292100" indent="-292100"/>
            <a:r>
              <a:rPr lang="en-US" altLang="en-US" sz="2400"/>
              <a:t>obtain permission for use of published drawings or other illustrations</a:t>
            </a:r>
          </a:p>
        </p:txBody>
      </p:sp>
      <p:pic>
        <p:nvPicPr>
          <p:cNvPr id="23556" name="Picture 1028">
            <a:extLst>
              <a:ext uri="{FF2B5EF4-FFF2-40B4-BE49-F238E27FC236}">
                <a16:creationId xmlns:a16="http://schemas.microsoft.com/office/drawing/2014/main" id="{B135BF7D-5CFB-C725-C3FF-A5DC53353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1" y="1981200"/>
            <a:ext cx="1770063" cy="1517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4936-41FB-AC8D-B5C2-B2AFA332ECC5}"/>
              </a:ext>
            </a:extLst>
          </p:cNvPr>
          <p:cNvSpPr>
            <a:spLocks noGrp="1"/>
          </p:cNvSpPr>
          <p:nvPr>
            <p:ph type="title"/>
          </p:nvPr>
        </p:nvSpPr>
        <p:spPr/>
        <p:txBody>
          <a:bodyPr/>
          <a:lstStyle/>
          <a:p>
            <a:r>
              <a:rPr lang="en-IN" b="1" dirty="0"/>
              <a:t>Avoiding Plagiarism</a:t>
            </a:r>
          </a:p>
        </p:txBody>
      </p:sp>
      <p:sp>
        <p:nvSpPr>
          <p:cNvPr id="3" name="Content Placeholder 2">
            <a:extLst>
              <a:ext uri="{FF2B5EF4-FFF2-40B4-BE49-F238E27FC236}">
                <a16:creationId xmlns:a16="http://schemas.microsoft.com/office/drawing/2014/main" id="{59C0D2B1-BD6F-69B2-0ED3-6B243C21AF83}"/>
              </a:ext>
            </a:extLst>
          </p:cNvPr>
          <p:cNvSpPr>
            <a:spLocks noGrp="1"/>
          </p:cNvSpPr>
          <p:nvPr>
            <p:ph idx="1"/>
          </p:nvPr>
        </p:nvSpPr>
        <p:spPr/>
        <p:txBody>
          <a:bodyPr/>
          <a:lstStyle/>
          <a:p>
            <a:pPr marL="0" indent="0">
              <a:buNone/>
            </a:pPr>
            <a:r>
              <a:rPr lang="en-IN" b="1" dirty="0"/>
              <a:t>In order to avoid plagiarism, you must give credit when: </a:t>
            </a:r>
          </a:p>
          <a:p>
            <a:r>
              <a:rPr lang="en-IN" dirty="0"/>
              <a:t>You use another person's ideas, opinions, or theories.</a:t>
            </a:r>
          </a:p>
          <a:p>
            <a:r>
              <a:rPr lang="en-IN" dirty="0"/>
              <a:t>You use facts, statistics, graphics, drawings, music, etc., or any other type of information that does not comprise common knowledge.</a:t>
            </a:r>
          </a:p>
          <a:p>
            <a:r>
              <a:rPr lang="en-IN" dirty="0"/>
              <a:t>You use quotations from another person's spoken or written word.</a:t>
            </a:r>
          </a:p>
          <a:p>
            <a:r>
              <a:rPr lang="en-IN" dirty="0"/>
              <a:t>You paraphrase another person's spoken or written word.</a:t>
            </a:r>
          </a:p>
          <a:p>
            <a:r>
              <a:rPr lang="en-IN" dirty="0"/>
              <a:t>You draw from your own previous writing.</a:t>
            </a:r>
          </a:p>
          <a:p>
            <a:endParaRPr lang="en-IN" dirty="0"/>
          </a:p>
        </p:txBody>
      </p:sp>
    </p:spTree>
    <p:extLst>
      <p:ext uri="{BB962C8B-B14F-4D97-AF65-F5344CB8AC3E}">
        <p14:creationId xmlns:p14="http://schemas.microsoft.com/office/powerpoint/2010/main" val="2596835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20FD-F46B-DCCA-995C-4CD743C5DF91}"/>
              </a:ext>
            </a:extLst>
          </p:cNvPr>
          <p:cNvSpPr>
            <a:spLocks noGrp="1"/>
          </p:cNvSpPr>
          <p:nvPr>
            <p:ph type="title"/>
          </p:nvPr>
        </p:nvSpPr>
        <p:spPr/>
        <p:txBody>
          <a:bodyPr/>
          <a:lstStyle/>
          <a:p>
            <a:r>
              <a:rPr lang="en-IN" b="1" dirty="0"/>
              <a:t>Best Practices to Avoid Plagiarism</a:t>
            </a:r>
          </a:p>
        </p:txBody>
      </p:sp>
      <p:sp>
        <p:nvSpPr>
          <p:cNvPr id="3" name="Content Placeholder 2">
            <a:extLst>
              <a:ext uri="{FF2B5EF4-FFF2-40B4-BE49-F238E27FC236}">
                <a16:creationId xmlns:a16="http://schemas.microsoft.com/office/drawing/2014/main" id="{D2A6D2DB-8710-5D72-4C5F-4D19B8682621}"/>
              </a:ext>
            </a:extLst>
          </p:cNvPr>
          <p:cNvSpPr>
            <a:spLocks noGrp="1"/>
          </p:cNvSpPr>
          <p:nvPr>
            <p:ph idx="1"/>
          </p:nvPr>
        </p:nvSpPr>
        <p:spPr/>
        <p:txBody>
          <a:bodyPr/>
          <a:lstStyle/>
          <a:p>
            <a:r>
              <a:rPr lang="en-IN" dirty="0"/>
              <a:t>Writing </a:t>
            </a:r>
            <a:r>
              <a:rPr lang="en-IN" dirty="0" err="1"/>
              <a:t>Parapharses</a:t>
            </a:r>
            <a:r>
              <a:rPr lang="en-IN" dirty="0"/>
              <a:t> and Summaries</a:t>
            </a:r>
          </a:p>
          <a:p>
            <a:r>
              <a:rPr lang="en-IN" dirty="0"/>
              <a:t>Writing Direct Quotations</a:t>
            </a:r>
          </a:p>
          <a:p>
            <a:r>
              <a:rPr lang="en-IN" dirty="0"/>
              <a:t>Writing About Another’s Ideas</a:t>
            </a:r>
          </a:p>
          <a:p>
            <a:r>
              <a:rPr lang="en-IN" dirty="0"/>
              <a:t>Revising, Proofreading and Finalizing you Writing</a:t>
            </a:r>
          </a:p>
        </p:txBody>
      </p:sp>
    </p:spTree>
    <p:extLst>
      <p:ext uri="{BB962C8B-B14F-4D97-AF65-F5344CB8AC3E}">
        <p14:creationId xmlns:p14="http://schemas.microsoft.com/office/powerpoint/2010/main" val="1050378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BB3F5-FFB8-BB48-F75D-384F708BB858}"/>
              </a:ext>
            </a:extLst>
          </p:cNvPr>
          <p:cNvSpPr>
            <a:spLocks noGrp="1"/>
          </p:cNvSpPr>
          <p:nvPr>
            <p:ph type="title"/>
          </p:nvPr>
        </p:nvSpPr>
        <p:spPr/>
        <p:txBody>
          <a:bodyPr/>
          <a:lstStyle/>
          <a:p>
            <a:r>
              <a:rPr lang="en-IN" b="1" dirty="0"/>
              <a:t>Writing </a:t>
            </a:r>
            <a:r>
              <a:rPr lang="en-IN" b="1" dirty="0" err="1"/>
              <a:t>Parapharses</a:t>
            </a:r>
            <a:r>
              <a:rPr lang="en-IN" b="1" dirty="0"/>
              <a:t> and Summaries</a:t>
            </a:r>
          </a:p>
        </p:txBody>
      </p:sp>
      <p:sp>
        <p:nvSpPr>
          <p:cNvPr id="3" name="Content Placeholder 2">
            <a:extLst>
              <a:ext uri="{FF2B5EF4-FFF2-40B4-BE49-F238E27FC236}">
                <a16:creationId xmlns:a16="http://schemas.microsoft.com/office/drawing/2014/main" id="{1D55CCAA-36BD-22BA-305B-0EE53871AAB7}"/>
              </a:ext>
            </a:extLst>
          </p:cNvPr>
          <p:cNvSpPr>
            <a:spLocks noGrp="1"/>
          </p:cNvSpPr>
          <p:nvPr>
            <p:ph idx="1"/>
          </p:nvPr>
        </p:nvSpPr>
        <p:spPr/>
        <p:txBody>
          <a:bodyPr/>
          <a:lstStyle/>
          <a:p>
            <a:r>
              <a:rPr lang="en-IN" dirty="0"/>
              <a:t>Use a statement that credits the source somewhere in the paraphrase or summary</a:t>
            </a:r>
          </a:p>
          <a:p>
            <a:r>
              <a:rPr lang="en-IN" dirty="0"/>
              <a:t>If you're having trouble summarizing, try writing your paraphrase or summary of a text without looking at the original</a:t>
            </a:r>
          </a:p>
          <a:p>
            <a:r>
              <a:rPr lang="en-IN" dirty="0"/>
              <a:t>Check your paraphrase or summary against the original text</a:t>
            </a:r>
          </a:p>
          <a:p>
            <a:r>
              <a:rPr lang="en-IN" dirty="0"/>
              <a:t>Check your paraphrase or summary against sentence and paragraph structure</a:t>
            </a:r>
          </a:p>
          <a:p>
            <a:r>
              <a:rPr lang="en-IN" dirty="0"/>
              <a:t>Put quotation marks around any unique words or phrases that you cannot or do not want to change</a:t>
            </a:r>
          </a:p>
          <a:p>
            <a:endParaRPr lang="en-IN" dirty="0"/>
          </a:p>
        </p:txBody>
      </p:sp>
    </p:spTree>
    <p:extLst>
      <p:ext uri="{BB962C8B-B14F-4D97-AF65-F5344CB8AC3E}">
        <p14:creationId xmlns:p14="http://schemas.microsoft.com/office/powerpoint/2010/main" val="1111587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78B49-30EA-D096-9497-0477E2A81E3C}"/>
              </a:ext>
            </a:extLst>
          </p:cNvPr>
          <p:cNvSpPr>
            <a:spLocks noGrp="1"/>
          </p:cNvSpPr>
          <p:nvPr>
            <p:ph type="title"/>
          </p:nvPr>
        </p:nvSpPr>
        <p:spPr/>
        <p:txBody>
          <a:bodyPr/>
          <a:lstStyle/>
          <a:p>
            <a:r>
              <a:rPr lang="en-IN" b="1" dirty="0"/>
              <a:t>Writing Direct Quotations</a:t>
            </a:r>
          </a:p>
        </p:txBody>
      </p:sp>
      <p:sp>
        <p:nvSpPr>
          <p:cNvPr id="3" name="Content Placeholder 2">
            <a:extLst>
              <a:ext uri="{FF2B5EF4-FFF2-40B4-BE49-F238E27FC236}">
                <a16:creationId xmlns:a16="http://schemas.microsoft.com/office/drawing/2014/main" id="{8664A5F8-F3FF-446D-58D2-055A43DDD389}"/>
              </a:ext>
            </a:extLst>
          </p:cNvPr>
          <p:cNvSpPr>
            <a:spLocks noGrp="1"/>
          </p:cNvSpPr>
          <p:nvPr>
            <p:ph idx="1"/>
          </p:nvPr>
        </p:nvSpPr>
        <p:spPr/>
        <p:txBody>
          <a:bodyPr>
            <a:normAutofit fontScale="92500" lnSpcReduction="10000"/>
          </a:bodyPr>
          <a:lstStyle/>
          <a:p>
            <a:r>
              <a:rPr lang="en-IN" dirty="0"/>
              <a:t>Keep the source’s name in the same sentence as the quote</a:t>
            </a:r>
          </a:p>
          <a:p>
            <a:r>
              <a:rPr lang="en-IN" dirty="0"/>
              <a:t>Mark the quote with quotation marks</a:t>
            </a:r>
          </a:p>
          <a:p>
            <a:r>
              <a:rPr lang="en-IN" dirty="0"/>
              <a:t>Quote no more material than is necessary</a:t>
            </a:r>
          </a:p>
          <a:p>
            <a:r>
              <a:rPr lang="en-IN" dirty="0"/>
              <a:t>To shorten quotes by removing extra information, use ellipsis to indicate omitted text, but remember that: three ellipsis points indicates an in--‐sentence ellipsis, and four points for an ellipsis between two sentences</a:t>
            </a:r>
          </a:p>
          <a:p>
            <a:r>
              <a:rPr lang="en-IN" dirty="0"/>
              <a:t>To add wording to a quote, place added words in brackets; be careful not to alter the original meaning of the quote</a:t>
            </a:r>
          </a:p>
          <a:p>
            <a:r>
              <a:rPr lang="en-IN" dirty="0"/>
              <a:t>Use quotes that will have the most impact in your paper; too many direct quotes from sources may look like you have nothing to say</a:t>
            </a:r>
          </a:p>
          <a:p>
            <a:endParaRPr lang="en-IN" dirty="0"/>
          </a:p>
        </p:txBody>
      </p:sp>
    </p:spTree>
    <p:extLst>
      <p:ext uri="{BB962C8B-B14F-4D97-AF65-F5344CB8AC3E}">
        <p14:creationId xmlns:p14="http://schemas.microsoft.com/office/powerpoint/2010/main" val="3288071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8CAD-E829-EE36-7A1E-B0F0A992E52A}"/>
              </a:ext>
            </a:extLst>
          </p:cNvPr>
          <p:cNvSpPr>
            <a:spLocks noGrp="1"/>
          </p:cNvSpPr>
          <p:nvPr>
            <p:ph type="title"/>
          </p:nvPr>
        </p:nvSpPr>
        <p:spPr/>
        <p:txBody>
          <a:bodyPr/>
          <a:lstStyle/>
          <a:p>
            <a:r>
              <a:rPr lang="en-IN" b="1" dirty="0"/>
              <a:t>Writing About Another’s Ideas</a:t>
            </a:r>
          </a:p>
        </p:txBody>
      </p:sp>
      <p:sp>
        <p:nvSpPr>
          <p:cNvPr id="3" name="Content Placeholder 2">
            <a:extLst>
              <a:ext uri="{FF2B5EF4-FFF2-40B4-BE49-F238E27FC236}">
                <a16:creationId xmlns:a16="http://schemas.microsoft.com/office/drawing/2014/main" id="{CBB4FD33-9717-DF1D-9087-B2E6C5D2F072}"/>
              </a:ext>
            </a:extLst>
          </p:cNvPr>
          <p:cNvSpPr>
            <a:spLocks noGrp="1"/>
          </p:cNvSpPr>
          <p:nvPr>
            <p:ph idx="1"/>
          </p:nvPr>
        </p:nvSpPr>
        <p:spPr/>
        <p:txBody>
          <a:bodyPr/>
          <a:lstStyle/>
          <a:p>
            <a:r>
              <a:rPr lang="en-IN" dirty="0"/>
              <a:t>Note the name of the idea's originator in the sentence or throughout a paragraph about the idea</a:t>
            </a:r>
          </a:p>
          <a:p>
            <a:r>
              <a:rPr lang="en-IN" dirty="0"/>
              <a:t>Use parenthetical citations, footnotes, or endnotes to refer readers to additional sources about the idea</a:t>
            </a:r>
          </a:p>
          <a:p>
            <a:r>
              <a:rPr lang="en-IN" dirty="0"/>
              <a:t>Be sure to use quotation marks around phrases or words that the idea's originator used to describe the idea</a:t>
            </a:r>
          </a:p>
          <a:p>
            <a:endParaRPr lang="en-IN" dirty="0"/>
          </a:p>
        </p:txBody>
      </p:sp>
    </p:spTree>
    <p:extLst>
      <p:ext uri="{BB962C8B-B14F-4D97-AF65-F5344CB8AC3E}">
        <p14:creationId xmlns:p14="http://schemas.microsoft.com/office/powerpoint/2010/main" val="1172317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D34B-84DB-E6E2-A506-1B40171230CF}"/>
              </a:ext>
            </a:extLst>
          </p:cNvPr>
          <p:cNvSpPr>
            <a:spLocks noGrp="1"/>
          </p:cNvSpPr>
          <p:nvPr>
            <p:ph type="title"/>
          </p:nvPr>
        </p:nvSpPr>
        <p:spPr/>
        <p:txBody>
          <a:bodyPr>
            <a:normAutofit/>
          </a:bodyPr>
          <a:lstStyle/>
          <a:p>
            <a:r>
              <a:rPr lang="en-IN" b="1" dirty="0"/>
              <a:t>Revising, Proofreading and Finalizing you Writing</a:t>
            </a:r>
          </a:p>
        </p:txBody>
      </p:sp>
      <p:sp>
        <p:nvSpPr>
          <p:cNvPr id="3" name="Content Placeholder 2">
            <a:extLst>
              <a:ext uri="{FF2B5EF4-FFF2-40B4-BE49-F238E27FC236}">
                <a16:creationId xmlns:a16="http://schemas.microsoft.com/office/drawing/2014/main" id="{B86F6DE3-A287-7FAF-441C-D006265D88DF}"/>
              </a:ext>
            </a:extLst>
          </p:cNvPr>
          <p:cNvSpPr>
            <a:spLocks noGrp="1"/>
          </p:cNvSpPr>
          <p:nvPr>
            <p:ph idx="1"/>
          </p:nvPr>
        </p:nvSpPr>
        <p:spPr/>
        <p:txBody>
          <a:bodyPr>
            <a:normAutofit fontScale="92500"/>
          </a:bodyPr>
          <a:lstStyle/>
          <a:p>
            <a:r>
              <a:rPr lang="en-IN" dirty="0"/>
              <a:t>Proofread – check your notes and sources to make sure that anything coming from an outside source is acknowledged in the following ways:</a:t>
            </a:r>
          </a:p>
          <a:p>
            <a:pPr>
              <a:buFont typeface="Wingdings" panose="05000000000000000000" pitchFamily="2" charset="2"/>
              <a:buChar char="ü"/>
            </a:pPr>
            <a:r>
              <a:rPr lang="en-IN" dirty="0"/>
              <a:t>In‐text citation</a:t>
            </a:r>
          </a:p>
          <a:p>
            <a:pPr>
              <a:buFont typeface="Wingdings" panose="05000000000000000000" pitchFamily="2" charset="2"/>
              <a:buChar char="ü"/>
            </a:pPr>
            <a:r>
              <a:rPr lang="en-IN" dirty="0"/>
              <a:t>Footnotes or endnotes (if required)</a:t>
            </a:r>
          </a:p>
          <a:p>
            <a:pPr>
              <a:buFont typeface="Wingdings" panose="05000000000000000000" pitchFamily="2" charset="2"/>
              <a:buChar char="ü"/>
            </a:pPr>
            <a:r>
              <a:rPr lang="en-IN" dirty="0"/>
              <a:t>Bibliography, References, or Works Cited page</a:t>
            </a:r>
          </a:p>
          <a:p>
            <a:pPr>
              <a:buFont typeface="Wingdings" panose="05000000000000000000" pitchFamily="2" charset="2"/>
              <a:buChar char="ü"/>
            </a:pPr>
            <a:r>
              <a:rPr lang="en-IN" dirty="0"/>
              <a:t>Quotation marks around short quotes; longer quotes set off by themselves</a:t>
            </a:r>
          </a:p>
          <a:p>
            <a:r>
              <a:rPr lang="en-IN" dirty="0"/>
              <a:t>If you have any questions about citation, ask your instructor or consult style sheet </a:t>
            </a:r>
            <a:r>
              <a:rPr lang="en-IN" b="1" dirty="0"/>
              <a:t>BEFORE  y</a:t>
            </a:r>
            <a:r>
              <a:rPr lang="en-IN" dirty="0"/>
              <a:t>our paper is due to avoid having points deducted or rejected</a:t>
            </a:r>
          </a:p>
          <a:p>
            <a:endParaRPr lang="en-IN" dirty="0"/>
          </a:p>
        </p:txBody>
      </p:sp>
    </p:spTree>
    <p:extLst>
      <p:ext uri="{BB962C8B-B14F-4D97-AF65-F5344CB8AC3E}">
        <p14:creationId xmlns:p14="http://schemas.microsoft.com/office/powerpoint/2010/main" val="2704600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A874-3E91-AD74-F394-C015A891EED9}"/>
              </a:ext>
            </a:extLst>
          </p:cNvPr>
          <p:cNvSpPr>
            <a:spLocks noGrp="1"/>
          </p:cNvSpPr>
          <p:nvPr>
            <p:ph type="title"/>
          </p:nvPr>
        </p:nvSpPr>
        <p:spPr/>
        <p:txBody>
          <a:bodyPr/>
          <a:lstStyle/>
          <a:p>
            <a:r>
              <a:rPr lang="en-IN" b="1" dirty="0"/>
              <a:t>How to Paraphrase </a:t>
            </a:r>
            <a:endParaRPr lang="en-IN" dirty="0"/>
          </a:p>
        </p:txBody>
      </p:sp>
      <p:sp>
        <p:nvSpPr>
          <p:cNvPr id="3" name="Content Placeholder 2">
            <a:extLst>
              <a:ext uri="{FF2B5EF4-FFF2-40B4-BE49-F238E27FC236}">
                <a16:creationId xmlns:a16="http://schemas.microsoft.com/office/drawing/2014/main" id="{989EF117-87C4-62CD-F29E-9F74FA3CF890}"/>
              </a:ext>
            </a:extLst>
          </p:cNvPr>
          <p:cNvSpPr>
            <a:spLocks noGrp="1"/>
          </p:cNvSpPr>
          <p:nvPr>
            <p:ph idx="1"/>
          </p:nvPr>
        </p:nvSpPr>
        <p:spPr/>
        <p:txBody>
          <a:bodyPr/>
          <a:lstStyle/>
          <a:p>
            <a:r>
              <a:rPr lang="en-US" dirty="0"/>
              <a:t>Paraphrasing is restating someone else’s ideas and acknowledging that they aren’t your own. </a:t>
            </a:r>
          </a:p>
          <a:p>
            <a:r>
              <a:rPr lang="en-US" dirty="0"/>
              <a:t>To paraphrase, read the original text, digest the content, and put it in your own words, using your own writing style. </a:t>
            </a:r>
          </a:p>
          <a:p>
            <a:r>
              <a:rPr lang="en-US" dirty="0"/>
              <a:t>A good paraphrase should read completely differently from the original text, while clearly expressing the original content. </a:t>
            </a:r>
          </a:p>
          <a:p>
            <a:pPr algn="ctr"/>
            <a:r>
              <a:rPr lang="en-US" b="1" dirty="0">
                <a:solidFill>
                  <a:srgbClr val="FF0000"/>
                </a:solidFill>
              </a:rPr>
              <a:t>You must still cite your source! </a:t>
            </a:r>
            <a:endParaRPr lang="en-IN" dirty="0">
              <a:solidFill>
                <a:srgbClr val="FF0000"/>
              </a:solidFill>
            </a:endParaRPr>
          </a:p>
        </p:txBody>
      </p:sp>
    </p:spTree>
    <p:extLst>
      <p:ext uri="{BB962C8B-B14F-4D97-AF65-F5344CB8AC3E}">
        <p14:creationId xmlns:p14="http://schemas.microsoft.com/office/powerpoint/2010/main" val="171572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B63C5-669E-79F7-EBB0-1EEA5D04B717}"/>
              </a:ext>
            </a:extLst>
          </p:cNvPr>
          <p:cNvSpPr>
            <a:spLocks noGrp="1"/>
          </p:cNvSpPr>
          <p:nvPr>
            <p:ph type="title"/>
          </p:nvPr>
        </p:nvSpPr>
        <p:spPr>
          <a:xfrm>
            <a:off x="1028700" y="1967266"/>
            <a:ext cx="2276475"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Example 1</a:t>
            </a:r>
          </a:p>
        </p:txBody>
      </p:sp>
      <p:pic>
        <p:nvPicPr>
          <p:cNvPr id="5" name="Content Placeholder 4">
            <a:extLst>
              <a:ext uri="{FF2B5EF4-FFF2-40B4-BE49-F238E27FC236}">
                <a16:creationId xmlns:a16="http://schemas.microsoft.com/office/drawing/2014/main" id="{57226E0B-F66A-A965-08C4-C76EC6EE91AA}"/>
              </a:ext>
            </a:extLst>
          </p:cNvPr>
          <p:cNvPicPr>
            <a:picLocks noGrp="1" noChangeAspect="1"/>
          </p:cNvPicPr>
          <p:nvPr>
            <p:ph idx="1"/>
          </p:nvPr>
        </p:nvPicPr>
        <p:blipFill>
          <a:blip r:embed="rId2"/>
          <a:stretch>
            <a:fillRect/>
          </a:stretch>
        </p:blipFill>
        <p:spPr>
          <a:xfrm>
            <a:off x="4216526" y="652159"/>
            <a:ext cx="7341490" cy="5157397"/>
          </a:xfrm>
          <a:prstGeom prst="rect">
            <a:avLst/>
          </a:prstGeom>
        </p:spPr>
      </p:pic>
    </p:spTree>
    <p:extLst>
      <p:ext uri="{BB962C8B-B14F-4D97-AF65-F5344CB8AC3E}">
        <p14:creationId xmlns:p14="http://schemas.microsoft.com/office/powerpoint/2010/main" val="4055043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B19145-3360-D43A-21B9-C1454D6CB75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Example 2</a:t>
            </a:r>
          </a:p>
        </p:txBody>
      </p:sp>
      <p:pic>
        <p:nvPicPr>
          <p:cNvPr id="5" name="Content Placeholder 4">
            <a:extLst>
              <a:ext uri="{FF2B5EF4-FFF2-40B4-BE49-F238E27FC236}">
                <a16:creationId xmlns:a16="http://schemas.microsoft.com/office/drawing/2014/main" id="{8F14FC61-D391-4B76-7056-7635B75B0436}"/>
              </a:ext>
            </a:extLst>
          </p:cNvPr>
          <p:cNvPicPr>
            <a:picLocks noGrp="1" noChangeAspect="1"/>
          </p:cNvPicPr>
          <p:nvPr>
            <p:ph idx="1"/>
          </p:nvPr>
        </p:nvPicPr>
        <p:blipFill>
          <a:blip r:embed="rId2"/>
          <a:stretch>
            <a:fillRect/>
          </a:stretch>
        </p:blipFill>
        <p:spPr>
          <a:xfrm>
            <a:off x="4216526" y="1027518"/>
            <a:ext cx="7341490" cy="4459954"/>
          </a:xfrm>
          <a:prstGeom prst="rect">
            <a:avLst/>
          </a:prstGeom>
        </p:spPr>
      </p:pic>
    </p:spTree>
    <p:extLst>
      <p:ext uri="{BB962C8B-B14F-4D97-AF65-F5344CB8AC3E}">
        <p14:creationId xmlns:p14="http://schemas.microsoft.com/office/powerpoint/2010/main" val="1834492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8E48-702B-7B5A-C716-2D19EC89E158}"/>
              </a:ext>
            </a:extLst>
          </p:cNvPr>
          <p:cNvSpPr>
            <a:spLocks noGrp="1"/>
          </p:cNvSpPr>
          <p:nvPr>
            <p:ph type="title"/>
          </p:nvPr>
        </p:nvSpPr>
        <p:spPr/>
        <p:txBody>
          <a:bodyPr/>
          <a:lstStyle/>
          <a:p>
            <a:r>
              <a:rPr lang="en-IN" b="1" dirty="0"/>
              <a:t>Word for Word</a:t>
            </a:r>
            <a:endParaRPr lang="en-IN" dirty="0"/>
          </a:p>
        </p:txBody>
      </p:sp>
      <p:sp>
        <p:nvSpPr>
          <p:cNvPr id="3" name="Content Placeholder 2">
            <a:extLst>
              <a:ext uri="{FF2B5EF4-FFF2-40B4-BE49-F238E27FC236}">
                <a16:creationId xmlns:a16="http://schemas.microsoft.com/office/drawing/2014/main" id="{39D001E2-4356-DC38-31A3-BBA602DD51D2}"/>
              </a:ext>
            </a:extLst>
          </p:cNvPr>
          <p:cNvSpPr>
            <a:spLocks noGrp="1"/>
          </p:cNvSpPr>
          <p:nvPr>
            <p:ph idx="1"/>
          </p:nvPr>
        </p:nvSpPr>
        <p:spPr/>
        <p:txBody>
          <a:bodyPr/>
          <a:lstStyle/>
          <a:p>
            <a:r>
              <a:rPr lang="en-US" dirty="0"/>
              <a:t>A word-for-word example of plagiarism is one in which the writer directly quotes a passage or passages from an author's work without the use of proper quotation marks.</a:t>
            </a:r>
            <a:endParaRPr lang="en-IN" dirty="0"/>
          </a:p>
        </p:txBody>
      </p:sp>
    </p:spTree>
    <p:extLst>
      <p:ext uri="{BB962C8B-B14F-4D97-AF65-F5344CB8AC3E}">
        <p14:creationId xmlns:p14="http://schemas.microsoft.com/office/powerpoint/2010/main" val="890813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5653BB-81A8-9BF6-E776-2664BAF53F2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Example </a:t>
            </a:r>
          </a:p>
        </p:txBody>
      </p:sp>
      <p:pic>
        <p:nvPicPr>
          <p:cNvPr id="5" name="Content Placeholder 4">
            <a:extLst>
              <a:ext uri="{FF2B5EF4-FFF2-40B4-BE49-F238E27FC236}">
                <a16:creationId xmlns:a16="http://schemas.microsoft.com/office/drawing/2014/main" id="{CF25DD23-F702-11C1-6116-83AFE4E93CBA}"/>
              </a:ext>
            </a:extLst>
          </p:cNvPr>
          <p:cNvPicPr>
            <a:picLocks noGrp="1" noChangeAspect="1"/>
          </p:cNvPicPr>
          <p:nvPr>
            <p:ph idx="1"/>
          </p:nvPr>
        </p:nvPicPr>
        <p:blipFill>
          <a:blip r:embed="rId2"/>
          <a:stretch>
            <a:fillRect/>
          </a:stretch>
        </p:blipFill>
        <p:spPr>
          <a:xfrm>
            <a:off x="3524250" y="787626"/>
            <a:ext cx="8232410" cy="5289324"/>
          </a:xfrm>
          <a:prstGeom prst="rect">
            <a:avLst/>
          </a:prstGeom>
        </p:spPr>
      </p:pic>
    </p:spTree>
    <p:extLst>
      <p:ext uri="{BB962C8B-B14F-4D97-AF65-F5344CB8AC3E}">
        <p14:creationId xmlns:p14="http://schemas.microsoft.com/office/powerpoint/2010/main" val="2597428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06626-411C-5AA4-DC0B-C6862D7BD2B3}"/>
              </a:ext>
            </a:extLst>
          </p:cNvPr>
          <p:cNvSpPr>
            <a:spLocks noGrp="1"/>
          </p:cNvSpPr>
          <p:nvPr>
            <p:ph type="title"/>
          </p:nvPr>
        </p:nvSpPr>
        <p:spPr/>
        <p:txBody>
          <a:bodyPr/>
          <a:lstStyle/>
          <a:p>
            <a:r>
              <a:rPr lang="en-IN" b="1" dirty="0"/>
              <a:t>Quoting a Text </a:t>
            </a:r>
            <a:endParaRPr lang="en-IN" dirty="0"/>
          </a:p>
        </p:txBody>
      </p:sp>
      <p:sp>
        <p:nvSpPr>
          <p:cNvPr id="3" name="Content Placeholder 2">
            <a:extLst>
              <a:ext uri="{FF2B5EF4-FFF2-40B4-BE49-F238E27FC236}">
                <a16:creationId xmlns:a16="http://schemas.microsoft.com/office/drawing/2014/main" id="{975489CB-667D-E585-0A0A-02F86646864C}"/>
              </a:ext>
            </a:extLst>
          </p:cNvPr>
          <p:cNvSpPr>
            <a:spLocks noGrp="1"/>
          </p:cNvSpPr>
          <p:nvPr>
            <p:ph idx="1"/>
          </p:nvPr>
        </p:nvSpPr>
        <p:spPr/>
        <p:txBody>
          <a:bodyPr/>
          <a:lstStyle/>
          <a:p>
            <a:r>
              <a:rPr lang="en-US" dirty="0"/>
              <a:t>You should quote a text when the language of the original text is too distinct or important for you to paraphrase. </a:t>
            </a:r>
          </a:p>
          <a:p>
            <a:r>
              <a:rPr lang="en-US" dirty="0"/>
              <a:t>When you quote, be sure you copy each word exactly as it was written. </a:t>
            </a:r>
          </a:p>
          <a:p>
            <a:r>
              <a:rPr lang="en-US" dirty="0"/>
              <a:t>Put </a:t>
            </a:r>
            <a:r>
              <a:rPr lang="en-US" b="1" dirty="0"/>
              <a:t>quotation marks </a:t>
            </a:r>
            <a:r>
              <a:rPr lang="en-US" dirty="0"/>
              <a:t>around the text you are quoting. </a:t>
            </a:r>
          </a:p>
          <a:p>
            <a:pPr algn="ctr"/>
            <a:endParaRPr lang="en-US" dirty="0"/>
          </a:p>
          <a:p>
            <a:pPr algn="ctr"/>
            <a:r>
              <a:rPr lang="en-US" b="1" dirty="0">
                <a:solidFill>
                  <a:srgbClr val="FF0000"/>
                </a:solidFill>
              </a:rPr>
              <a:t>Always acknowledge the source. </a:t>
            </a:r>
            <a:endParaRPr lang="en-IN" b="1" dirty="0">
              <a:solidFill>
                <a:srgbClr val="FF0000"/>
              </a:solidFill>
            </a:endParaRPr>
          </a:p>
        </p:txBody>
      </p:sp>
    </p:spTree>
    <p:extLst>
      <p:ext uri="{BB962C8B-B14F-4D97-AF65-F5344CB8AC3E}">
        <p14:creationId xmlns:p14="http://schemas.microsoft.com/office/powerpoint/2010/main" val="794733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0E1CB-4B26-FF78-C2BE-4568E7A8051E}"/>
              </a:ext>
            </a:extLst>
          </p:cNvPr>
          <p:cNvSpPr>
            <a:spLocks noGrp="1"/>
          </p:cNvSpPr>
          <p:nvPr>
            <p:ph type="title"/>
          </p:nvPr>
        </p:nvSpPr>
        <p:spPr/>
        <p:txBody>
          <a:bodyPr/>
          <a:lstStyle/>
          <a:p>
            <a:r>
              <a:rPr lang="en-IN" b="1" dirty="0"/>
              <a:t>Direct Quotations</a:t>
            </a:r>
          </a:p>
        </p:txBody>
      </p:sp>
      <p:sp>
        <p:nvSpPr>
          <p:cNvPr id="3" name="Content Placeholder 2">
            <a:extLst>
              <a:ext uri="{FF2B5EF4-FFF2-40B4-BE49-F238E27FC236}">
                <a16:creationId xmlns:a16="http://schemas.microsoft.com/office/drawing/2014/main" id="{A4526AA8-504F-B543-148A-25623DBE0DFB}"/>
              </a:ext>
            </a:extLst>
          </p:cNvPr>
          <p:cNvSpPr>
            <a:spLocks noGrp="1"/>
          </p:cNvSpPr>
          <p:nvPr>
            <p:ph idx="1"/>
          </p:nvPr>
        </p:nvSpPr>
        <p:spPr/>
        <p:txBody>
          <a:bodyPr/>
          <a:lstStyle/>
          <a:p>
            <a:r>
              <a:rPr lang="en-US" dirty="0"/>
              <a:t>Direct quotations stand apart from your own text. </a:t>
            </a:r>
          </a:p>
          <a:p>
            <a:r>
              <a:rPr lang="en-US" dirty="0"/>
              <a:t>In general, you directly state your source, quote the text (capitalizing the first word and setting the quotation off with a comma), and cite your source at the end of the sentence (before the final period). </a:t>
            </a:r>
            <a:endParaRPr lang="en-IN" dirty="0"/>
          </a:p>
        </p:txBody>
      </p:sp>
    </p:spTree>
    <p:extLst>
      <p:ext uri="{BB962C8B-B14F-4D97-AF65-F5344CB8AC3E}">
        <p14:creationId xmlns:p14="http://schemas.microsoft.com/office/powerpoint/2010/main" val="4207015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9CE59-A6C3-0435-F010-9202B6BBB410}"/>
              </a:ext>
            </a:extLst>
          </p:cNvPr>
          <p:cNvSpPr>
            <a:spLocks noGrp="1"/>
          </p:cNvSpPr>
          <p:nvPr>
            <p:ph type="title"/>
          </p:nvPr>
        </p:nvSpPr>
        <p:spPr/>
        <p:txBody>
          <a:bodyPr/>
          <a:lstStyle/>
          <a:p>
            <a:r>
              <a:rPr lang="en-IN" b="1" dirty="0"/>
              <a:t>Examples</a:t>
            </a:r>
          </a:p>
        </p:txBody>
      </p:sp>
      <p:sp>
        <p:nvSpPr>
          <p:cNvPr id="3" name="Content Placeholder 2">
            <a:extLst>
              <a:ext uri="{FF2B5EF4-FFF2-40B4-BE49-F238E27FC236}">
                <a16:creationId xmlns:a16="http://schemas.microsoft.com/office/drawing/2014/main" id="{18D8AF41-BD13-20FD-B15D-6A1714AACF2B}"/>
              </a:ext>
            </a:extLst>
          </p:cNvPr>
          <p:cNvSpPr>
            <a:spLocks noGrp="1"/>
          </p:cNvSpPr>
          <p:nvPr>
            <p:ph idx="1"/>
          </p:nvPr>
        </p:nvSpPr>
        <p:spPr/>
        <p:txBody>
          <a:bodyPr>
            <a:normAutofit fontScale="85000" lnSpcReduction="20000"/>
          </a:bodyPr>
          <a:lstStyle/>
          <a:p>
            <a:r>
              <a:rPr lang="en-US" i="1" dirty="0"/>
              <a:t>According to Horowitz et al., “Sufficient energy is available in fluid/acoustic systems to power elements of active flow control systems. Acoustic energy reclamation has been demonstrated using an electromechanical Helmholtz resonator excited by an incident acoustic field, successfully self-powering an electret microphone” [1]. </a:t>
            </a:r>
            <a:endParaRPr lang="en-US" dirty="0"/>
          </a:p>
          <a:p>
            <a:r>
              <a:rPr lang="en-US" i="1" dirty="0"/>
              <a:t>Horowitz et al. claim, “Sufficient energy is available in fluid/acoustic systems to power elements of active flow control systems” [1]. </a:t>
            </a:r>
            <a:endParaRPr lang="en-US" dirty="0"/>
          </a:p>
          <a:p>
            <a:r>
              <a:rPr lang="en-US" i="1" dirty="0"/>
              <a:t>“Sufficient energy is available in fluid/acoustic systems to power elements of active flow control systems. Acoustic energy reclamation has been demonstrated using an electromechanical Helmholtz resonator excited by an incident acoustic field, successfully self-powering an electret microphone,” state Horowitz et al. [1]. </a:t>
            </a:r>
            <a:endParaRPr lang="en-US" dirty="0"/>
          </a:p>
          <a:p>
            <a:r>
              <a:rPr lang="en-US" i="1" dirty="0"/>
              <a:t>“Sufficient energy is available in fluid/acoustic systems to power elements of active flow control systems,” Horowitz et al. report [1]. </a:t>
            </a:r>
            <a:endParaRPr lang="en-IN" dirty="0"/>
          </a:p>
        </p:txBody>
      </p:sp>
    </p:spTree>
    <p:extLst>
      <p:ext uri="{BB962C8B-B14F-4D97-AF65-F5344CB8AC3E}">
        <p14:creationId xmlns:p14="http://schemas.microsoft.com/office/powerpoint/2010/main" val="2332408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05774-7E20-D65C-8105-6F1A6A76E43F}"/>
              </a:ext>
            </a:extLst>
          </p:cNvPr>
          <p:cNvSpPr>
            <a:spLocks noGrp="1"/>
          </p:cNvSpPr>
          <p:nvPr>
            <p:ph type="title"/>
          </p:nvPr>
        </p:nvSpPr>
        <p:spPr/>
        <p:txBody>
          <a:bodyPr/>
          <a:lstStyle/>
          <a:p>
            <a:r>
              <a:rPr lang="en-IN" b="1" dirty="0"/>
              <a:t>Block Quotations</a:t>
            </a:r>
          </a:p>
        </p:txBody>
      </p:sp>
      <p:sp>
        <p:nvSpPr>
          <p:cNvPr id="3" name="Content Placeholder 2">
            <a:extLst>
              <a:ext uri="{FF2B5EF4-FFF2-40B4-BE49-F238E27FC236}">
                <a16:creationId xmlns:a16="http://schemas.microsoft.com/office/drawing/2014/main" id="{E7EA417D-2094-611D-1799-1F1B2061D0F9}"/>
              </a:ext>
            </a:extLst>
          </p:cNvPr>
          <p:cNvSpPr>
            <a:spLocks noGrp="1"/>
          </p:cNvSpPr>
          <p:nvPr>
            <p:ph idx="1"/>
          </p:nvPr>
        </p:nvSpPr>
        <p:spPr/>
        <p:txBody>
          <a:bodyPr>
            <a:normAutofit fontScale="92500" lnSpcReduction="20000"/>
          </a:bodyPr>
          <a:lstStyle/>
          <a:p>
            <a:r>
              <a:rPr lang="en-US" dirty="0"/>
              <a:t>Block quotations are used when a direct quotation is longer than three or four lines. </a:t>
            </a:r>
          </a:p>
          <a:p>
            <a:r>
              <a:rPr lang="en-US" dirty="0"/>
              <a:t>To make a block quotation, introduce the quotation with a complete sentence, followed by a colon. </a:t>
            </a:r>
          </a:p>
          <a:p>
            <a:r>
              <a:rPr lang="en-US" dirty="0"/>
              <a:t>Skip a line. </a:t>
            </a:r>
          </a:p>
          <a:p>
            <a:r>
              <a:rPr lang="en-US" dirty="0"/>
              <a:t>Type the quotation single-spaced. </a:t>
            </a:r>
          </a:p>
          <a:p>
            <a:r>
              <a:rPr lang="en-US" dirty="0"/>
              <a:t>The left side of the whole quotation should be indented (conventionally, this should be about ten spaces or two tabs, although sometimes one tab is acceptable. See the style manual). </a:t>
            </a:r>
          </a:p>
          <a:p>
            <a:pPr algn="ctr"/>
            <a:r>
              <a:rPr lang="en-US" b="1" dirty="0">
                <a:solidFill>
                  <a:srgbClr val="FF0000"/>
                </a:solidFill>
              </a:rPr>
              <a:t>Cite your source at the end after the final period. </a:t>
            </a:r>
          </a:p>
          <a:p>
            <a:pPr algn="ctr"/>
            <a:r>
              <a:rPr lang="en-US" b="1" dirty="0">
                <a:solidFill>
                  <a:srgbClr val="FF0000"/>
                </a:solidFill>
              </a:rPr>
              <a:t>You do not put quotation marks around a block quotation. </a:t>
            </a:r>
            <a:endParaRPr lang="en-IN" b="1" dirty="0">
              <a:solidFill>
                <a:srgbClr val="FF0000"/>
              </a:solidFill>
            </a:endParaRPr>
          </a:p>
        </p:txBody>
      </p:sp>
    </p:spTree>
    <p:extLst>
      <p:ext uri="{BB962C8B-B14F-4D97-AF65-F5344CB8AC3E}">
        <p14:creationId xmlns:p14="http://schemas.microsoft.com/office/powerpoint/2010/main" val="2120760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0D032-5CF5-361E-9E57-1072B7A1D5BE}"/>
              </a:ext>
            </a:extLst>
          </p:cNvPr>
          <p:cNvSpPr>
            <a:spLocks noGrp="1"/>
          </p:cNvSpPr>
          <p:nvPr>
            <p:ph type="title"/>
          </p:nvPr>
        </p:nvSpPr>
        <p:spPr/>
        <p:txBody>
          <a:bodyPr/>
          <a:lstStyle/>
          <a:p>
            <a:r>
              <a:rPr lang="en-IN" b="1" dirty="0"/>
              <a:t>Example</a:t>
            </a:r>
          </a:p>
        </p:txBody>
      </p:sp>
      <p:sp>
        <p:nvSpPr>
          <p:cNvPr id="3" name="Content Placeholder 2">
            <a:extLst>
              <a:ext uri="{FF2B5EF4-FFF2-40B4-BE49-F238E27FC236}">
                <a16:creationId xmlns:a16="http://schemas.microsoft.com/office/drawing/2014/main" id="{8E392730-596E-9202-0571-E06764AB1327}"/>
              </a:ext>
            </a:extLst>
          </p:cNvPr>
          <p:cNvSpPr>
            <a:spLocks noGrp="1"/>
          </p:cNvSpPr>
          <p:nvPr>
            <p:ph idx="1"/>
          </p:nvPr>
        </p:nvSpPr>
        <p:spPr/>
        <p:txBody>
          <a:bodyPr>
            <a:normAutofit fontScale="85000" lnSpcReduction="10000"/>
          </a:bodyPr>
          <a:lstStyle/>
          <a:p>
            <a:r>
              <a:rPr lang="en-US" i="1" dirty="0"/>
              <a:t>The area of energy reclamation has continued to grow in the last five years. Studies have primarily focused on optical and thermal sources. Recently however, there has been interest in the area of acoustic sources. Horowitz et al. summarize their findings on acoustic energy reclamation: </a:t>
            </a:r>
            <a:endParaRPr lang="en-US" dirty="0"/>
          </a:p>
          <a:p>
            <a:pPr marL="0" indent="0">
              <a:buNone/>
            </a:pPr>
            <a:r>
              <a:rPr lang="en-US" i="1" dirty="0"/>
              <a:t>	Sufficient energy is available in fluid/acoustic systems to power 	elements of active flow control systems. Acoustic energy 	reclamation has been demonstrated using an electromechanical 	Helmholtz resonator excited by an incident acoustic field, 	successfully self-powering an electret microphone. The self-	powered 	microphone calibration shows good agreement with a 	conventionally 	powered case. The proof-of-concept  	demonstration in this paper 	employed a linear regulator circuit to convert the ac piezoelectric 	generator voltage into a constant dc voltage. [1]</a:t>
            </a:r>
            <a:endParaRPr lang="en-IN" dirty="0"/>
          </a:p>
        </p:txBody>
      </p:sp>
    </p:spTree>
    <p:extLst>
      <p:ext uri="{BB962C8B-B14F-4D97-AF65-F5344CB8AC3E}">
        <p14:creationId xmlns:p14="http://schemas.microsoft.com/office/powerpoint/2010/main" val="19570032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893E-5168-7275-2137-B6F17C5E3E59}"/>
              </a:ext>
            </a:extLst>
          </p:cNvPr>
          <p:cNvSpPr>
            <a:spLocks noGrp="1"/>
          </p:cNvSpPr>
          <p:nvPr>
            <p:ph type="title"/>
          </p:nvPr>
        </p:nvSpPr>
        <p:spPr>
          <a:xfrm>
            <a:off x="914400" y="365125"/>
            <a:ext cx="10439400" cy="1325563"/>
          </a:xfrm>
        </p:spPr>
        <p:txBody>
          <a:bodyPr/>
          <a:lstStyle/>
          <a:p>
            <a:r>
              <a:rPr lang="en-IN" b="1" dirty="0"/>
              <a:t>Indirect Quotations</a:t>
            </a:r>
          </a:p>
        </p:txBody>
      </p:sp>
      <p:sp>
        <p:nvSpPr>
          <p:cNvPr id="3" name="Content Placeholder 2">
            <a:extLst>
              <a:ext uri="{FF2B5EF4-FFF2-40B4-BE49-F238E27FC236}">
                <a16:creationId xmlns:a16="http://schemas.microsoft.com/office/drawing/2014/main" id="{A282B2AD-0E23-2491-8687-99A546A0E878}"/>
              </a:ext>
            </a:extLst>
          </p:cNvPr>
          <p:cNvSpPr>
            <a:spLocks noGrp="1"/>
          </p:cNvSpPr>
          <p:nvPr>
            <p:ph idx="1"/>
          </p:nvPr>
        </p:nvSpPr>
        <p:spPr/>
        <p:txBody>
          <a:bodyPr/>
          <a:lstStyle/>
          <a:p>
            <a:r>
              <a:rPr lang="en-US" dirty="0"/>
              <a:t>Indirect quotations are used when you want to integrate a quotation smoothly into the flow of your writing. </a:t>
            </a:r>
          </a:p>
          <a:p>
            <a:r>
              <a:rPr lang="en-US" dirty="0"/>
              <a:t>Indirect quotations are especially useful when you want to use only a small portion of a text. </a:t>
            </a:r>
          </a:p>
          <a:p>
            <a:r>
              <a:rPr lang="en-US" dirty="0"/>
              <a:t>You will insert the text right into your sentence, being sure to surround it with quotation marks. </a:t>
            </a:r>
          </a:p>
          <a:p>
            <a:r>
              <a:rPr lang="en-US" dirty="0"/>
              <a:t>Do not capitalize the first word, as it will be in the middle of your sentence. </a:t>
            </a:r>
          </a:p>
          <a:p>
            <a:pPr algn="ctr"/>
            <a:r>
              <a:rPr lang="en-US" b="1" dirty="0">
                <a:solidFill>
                  <a:srgbClr val="FF0000"/>
                </a:solidFill>
              </a:rPr>
              <a:t>As always, state and cite your source. </a:t>
            </a:r>
            <a:endParaRPr lang="en-IN" b="1" dirty="0">
              <a:solidFill>
                <a:srgbClr val="FF0000"/>
              </a:solidFill>
            </a:endParaRPr>
          </a:p>
        </p:txBody>
      </p:sp>
    </p:spTree>
    <p:extLst>
      <p:ext uri="{BB962C8B-B14F-4D97-AF65-F5344CB8AC3E}">
        <p14:creationId xmlns:p14="http://schemas.microsoft.com/office/powerpoint/2010/main" val="23832825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71C06-C7C3-AFEC-5AF4-2AA2879E6EB5}"/>
              </a:ext>
            </a:extLst>
          </p:cNvPr>
          <p:cNvSpPr>
            <a:spLocks noGrp="1"/>
          </p:cNvSpPr>
          <p:nvPr>
            <p:ph type="title"/>
          </p:nvPr>
        </p:nvSpPr>
        <p:spPr/>
        <p:txBody>
          <a:bodyPr/>
          <a:lstStyle/>
          <a:p>
            <a:r>
              <a:rPr lang="en-IN" b="1" dirty="0"/>
              <a:t>Example</a:t>
            </a:r>
          </a:p>
        </p:txBody>
      </p:sp>
      <p:sp>
        <p:nvSpPr>
          <p:cNvPr id="3" name="Content Placeholder 2">
            <a:extLst>
              <a:ext uri="{FF2B5EF4-FFF2-40B4-BE49-F238E27FC236}">
                <a16:creationId xmlns:a16="http://schemas.microsoft.com/office/drawing/2014/main" id="{21C5C638-63F3-5E7A-33DD-8923E9615A7D}"/>
              </a:ext>
            </a:extLst>
          </p:cNvPr>
          <p:cNvSpPr>
            <a:spLocks noGrp="1"/>
          </p:cNvSpPr>
          <p:nvPr>
            <p:ph idx="1"/>
          </p:nvPr>
        </p:nvSpPr>
        <p:spPr/>
        <p:txBody>
          <a:bodyPr/>
          <a:lstStyle/>
          <a:p>
            <a:r>
              <a:rPr lang="en-US" i="1" dirty="0"/>
              <a:t>As Horowitz et al. have demonstrated, it is possible to convert acoustic energy into electrical energy “using an electromechanical Helmholtz resonator excited by an incident acoustic field” [1]. </a:t>
            </a:r>
            <a:endParaRPr lang="en-US" dirty="0"/>
          </a:p>
          <a:p>
            <a:r>
              <a:rPr lang="en-US" i="1" dirty="0"/>
              <a:t>When Horowitz et al. concluded their experiment in powering an electret microphone with reclaimed acoustic energy, they found that the results were equivalent to “a conventionally powered case” [1]. </a:t>
            </a:r>
            <a:endParaRPr lang="en-IN" dirty="0"/>
          </a:p>
        </p:txBody>
      </p:sp>
    </p:spTree>
    <p:extLst>
      <p:ext uri="{BB962C8B-B14F-4D97-AF65-F5344CB8AC3E}">
        <p14:creationId xmlns:p14="http://schemas.microsoft.com/office/powerpoint/2010/main" val="32701345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F346-6B74-27CA-7880-1BDFE0B3EA99}"/>
              </a:ext>
            </a:extLst>
          </p:cNvPr>
          <p:cNvSpPr>
            <a:spLocks noGrp="1"/>
          </p:cNvSpPr>
          <p:nvPr>
            <p:ph type="title"/>
          </p:nvPr>
        </p:nvSpPr>
        <p:spPr/>
        <p:txBody>
          <a:bodyPr/>
          <a:lstStyle/>
          <a:p>
            <a:r>
              <a:rPr lang="en-IN" b="1" dirty="0"/>
              <a:t>Quotations within Quotations </a:t>
            </a:r>
            <a:endParaRPr lang="en-IN" dirty="0"/>
          </a:p>
        </p:txBody>
      </p:sp>
      <p:sp>
        <p:nvSpPr>
          <p:cNvPr id="3" name="Content Placeholder 2">
            <a:extLst>
              <a:ext uri="{FF2B5EF4-FFF2-40B4-BE49-F238E27FC236}">
                <a16:creationId xmlns:a16="http://schemas.microsoft.com/office/drawing/2014/main" id="{4E13FCD4-FC60-AD5D-FF0C-D6DE701534F0}"/>
              </a:ext>
            </a:extLst>
          </p:cNvPr>
          <p:cNvSpPr>
            <a:spLocks noGrp="1"/>
          </p:cNvSpPr>
          <p:nvPr>
            <p:ph idx="1"/>
          </p:nvPr>
        </p:nvSpPr>
        <p:spPr/>
        <p:txBody>
          <a:bodyPr/>
          <a:lstStyle/>
          <a:p>
            <a:r>
              <a:rPr lang="en-US" dirty="0"/>
              <a:t>If you wish to quote a piece of text that already contains a quotation, you use the above rules. </a:t>
            </a:r>
          </a:p>
          <a:p>
            <a:r>
              <a:rPr lang="en-US" dirty="0"/>
              <a:t>However, the quotation marks existing in the original text are converted to single quotation marks. </a:t>
            </a:r>
            <a:endParaRPr lang="en-IN" dirty="0"/>
          </a:p>
        </p:txBody>
      </p:sp>
    </p:spTree>
    <p:extLst>
      <p:ext uri="{BB962C8B-B14F-4D97-AF65-F5344CB8AC3E}">
        <p14:creationId xmlns:p14="http://schemas.microsoft.com/office/powerpoint/2010/main" val="2312330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488D4-4DCF-BDBB-51CF-801A7DE4C128}"/>
              </a:ext>
            </a:extLst>
          </p:cNvPr>
          <p:cNvSpPr>
            <a:spLocks noGrp="1"/>
          </p:cNvSpPr>
          <p:nvPr>
            <p:ph type="title"/>
          </p:nvPr>
        </p:nvSpPr>
        <p:spPr/>
        <p:txBody>
          <a:bodyPr/>
          <a:lstStyle/>
          <a:p>
            <a:r>
              <a:rPr lang="en-IN" b="1" dirty="0"/>
              <a:t>Examples</a:t>
            </a:r>
          </a:p>
        </p:txBody>
      </p:sp>
      <p:sp>
        <p:nvSpPr>
          <p:cNvPr id="3" name="Content Placeholder 2">
            <a:extLst>
              <a:ext uri="{FF2B5EF4-FFF2-40B4-BE49-F238E27FC236}">
                <a16:creationId xmlns:a16="http://schemas.microsoft.com/office/drawing/2014/main" id="{ABCCBDD8-B8F3-9325-7B7B-C48866FD4ECC}"/>
              </a:ext>
            </a:extLst>
          </p:cNvPr>
          <p:cNvSpPr>
            <a:spLocks noGrp="1"/>
          </p:cNvSpPr>
          <p:nvPr>
            <p:ph idx="1"/>
          </p:nvPr>
        </p:nvSpPr>
        <p:spPr/>
        <p:txBody>
          <a:bodyPr/>
          <a:lstStyle/>
          <a:p>
            <a:r>
              <a:rPr lang="en-US" i="1" dirty="0"/>
              <a:t>For an example of a direct quotation, the plagiarism worksheet author wrote, “Horowitz et al. claim, ‘Sufficient energy is available in fluid/acoustic systems to power elements of active flow control systems’” [9]. </a:t>
            </a:r>
            <a:endParaRPr lang="en-IN" dirty="0"/>
          </a:p>
        </p:txBody>
      </p:sp>
    </p:spTree>
    <p:extLst>
      <p:ext uri="{BB962C8B-B14F-4D97-AF65-F5344CB8AC3E}">
        <p14:creationId xmlns:p14="http://schemas.microsoft.com/office/powerpoint/2010/main" val="4252586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2E72-060A-9239-2B27-2EDC1B490408}"/>
              </a:ext>
            </a:extLst>
          </p:cNvPr>
          <p:cNvSpPr>
            <a:spLocks noGrp="1"/>
          </p:cNvSpPr>
          <p:nvPr>
            <p:ph type="title"/>
          </p:nvPr>
        </p:nvSpPr>
        <p:spPr/>
        <p:txBody>
          <a:bodyPr/>
          <a:lstStyle/>
          <a:p>
            <a:r>
              <a:rPr lang="en-IN" b="1" dirty="0"/>
              <a:t>Altering a Quotation </a:t>
            </a:r>
            <a:endParaRPr lang="en-IN" dirty="0"/>
          </a:p>
        </p:txBody>
      </p:sp>
      <p:sp>
        <p:nvSpPr>
          <p:cNvPr id="3" name="Content Placeholder 2">
            <a:extLst>
              <a:ext uri="{FF2B5EF4-FFF2-40B4-BE49-F238E27FC236}">
                <a16:creationId xmlns:a16="http://schemas.microsoft.com/office/drawing/2014/main" id="{C4B58C20-8FD3-7933-1C45-1FC96E441A77}"/>
              </a:ext>
            </a:extLst>
          </p:cNvPr>
          <p:cNvSpPr>
            <a:spLocks noGrp="1"/>
          </p:cNvSpPr>
          <p:nvPr>
            <p:ph idx="1"/>
          </p:nvPr>
        </p:nvSpPr>
        <p:spPr/>
        <p:txBody>
          <a:bodyPr/>
          <a:lstStyle/>
          <a:p>
            <a:r>
              <a:rPr lang="en-US" dirty="0"/>
              <a:t>Occasionally, you might need to alter a quotation slightly (in wording only, not content) for clarity or so an indirect quotation reads smoothly. </a:t>
            </a:r>
          </a:p>
          <a:p>
            <a:r>
              <a:rPr lang="en-US" dirty="0"/>
              <a:t>If you must add or alter a word, put the new word in square brackets. </a:t>
            </a:r>
          </a:p>
          <a:p>
            <a:r>
              <a:rPr lang="en-US" dirty="0"/>
              <a:t>If you must omit some text (even one word), use an ellipsis. </a:t>
            </a:r>
            <a:endParaRPr lang="en-IN" dirty="0"/>
          </a:p>
        </p:txBody>
      </p:sp>
    </p:spTree>
    <p:extLst>
      <p:ext uri="{BB962C8B-B14F-4D97-AF65-F5344CB8AC3E}">
        <p14:creationId xmlns:p14="http://schemas.microsoft.com/office/powerpoint/2010/main" val="22214406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940BF-E2F7-80F2-87E4-5BC484708A41}"/>
              </a:ext>
            </a:extLst>
          </p:cNvPr>
          <p:cNvSpPr>
            <a:spLocks noGrp="1"/>
          </p:cNvSpPr>
          <p:nvPr>
            <p:ph type="title"/>
          </p:nvPr>
        </p:nvSpPr>
        <p:spPr/>
        <p:txBody>
          <a:bodyPr/>
          <a:lstStyle/>
          <a:p>
            <a:r>
              <a:rPr lang="en-US" b="1" dirty="0"/>
              <a:t>Example of using square brackets </a:t>
            </a:r>
            <a:endParaRPr lang="en-IN" b="1" dirty="0"/>
          </a:p>
        </p:txBody>
      </p:sp>
      <p:sp>
        <p:nvSpPr>
          <p:cNvPr id="3" name="Content Placeholder 2">
            <a:extLst>
              <a:ext uri="{FF2B5EF4-FFF2-40B4-BE49-F238E27FC236}">
                <a16:creationId xmlns:a16="http://schemas.microsoft.com/office/drawing/2014/main" id="{07EC542D-33E4-2A9A-12FB-861D1FFF931A}"/>
              </a:ext>
            </a:extLst>
          </p:cNvPr>
          <p:cNvSpPr>
            <a:spLocks noGrp="1"/>
          </p:cNvSpPr>
          <p:nvPr>
            <p:ph idx="1"/>
          </p:nvPr>
        </p:nvSpPr>
        <p:spPr/>
        <p:txBody>
          <a:bodyPr/>
          <a:lstStyle/>
          <a:p>
            <a:r>
              <a:rPr lang="en-US" dirty="0"/>
              <a:t>You are going to quote a sentence in a text that reads, </a:t>
            </a:r>
            <a:r>
              <a:rPr lang="en-US" i="1" dirty="0"/>
              <a:t>“They invented the point contact transistor.” </a:t>
            </a:r>
            <a:endParaRPr lang="en-US" dirty="0"/>
          </a:p>
          <a:p>
            <a:r>
              <a:rPr lang="en-US" dirty="0"/>
              <a:t>To clarify, you would write</a:t>
            </a:r>
            <a:r>
              <a:rPr lang="en-US" i="1" dirty="0"/>
              <a:t>, “[Shockley, Bardeen, and Brattain] invented the point contact transistor” [3]. </a:t>
            </a:r>
            <a:endParaRPr lang="en-IN" dirty="0"/>
          </a:p>
        </p:txBody>
      </p:sp>
    </p:spTree>
    <p:extLst>
      <p:ext uri="{BB962C8B-B14F-4D97-AF65-F5344CB8AC3E}">
        <p14:creationId xmlns:p14="http://schemas.microsoft.com/office/powerpoint/2010/main" val="39751399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53E95-4E2D-818A-B59B-F9B38A17FC8E}"/>
              </a:ext>
            </a:extLst>
          </p:cNvPr>
          <p:cNvSpPr>
            <a:spLocks noGrp="1"/>
          </p:cNvSpPr>
          <p:nvPr>
            <p:ph type="title"/>
          </p:nvPr>
        </p:nvSpPr>
        <p:spPr/>
        <p:txBody>
          <a:bodyPr/>
          <a:lstStyle/>
          <a:p>
            <a:r>
              <a:rPr lang="en-US" b="1" dirty="0"/>
              <a:t>Example of using an ellipsis </a:t>
            </a:r>
            <a:endParaRPr lang="en-IN" b="1" dirty="0"/>
          </a:p>
        </p:txBody>
      </p:sp>
      <p:sp>
        <p:nvSpPr>
          <p:cNvPr id="3" name="Content Placeholder 2">
            <a:extLst>
              <a:ext uri="{FF2B5EF4-FFF2-40B4-BE49-F238E27FC236}">
                <a16:creationId xmlns:a16="http://schemas.microsoft.com/office/drawing/2014/main" id="{01ECB186-8353-23A0-0EFA-47E2F9C1A9D0}"/>
              </a:ext>
            </a:extLst>
          </p:cNvPr>
          <p:cNvSpPr>
            <a:spLocks noGrp="1"/>
          </p:cNvSpPr>
          <p:nvPr>
            <p:ph idx="1"/>
          </p:nvPr>
        </p:nvSpPr>
        <p:spPr/>
        <p:txBody>
          <a:bodyPr/>
          <a:lstStyle/>
          <a:p>
            <a:r>
              <a:rPr lang="en-US" dirty="0"/>
              <a:t>You could shorten the Horowitz text by writing, </a:t>
            </a:r>
            <a:r>
              <a:rPr lang="en-US" i="1" dirty="0"/>
              <a:t>“Sufficient energy is available in fluid/acoustic systems to power . . . an electret microphone” [1]. </a:t>
            </a:r>
            <a:endParaRPr lang="en-IN" dirty="0"/>
          </a:p>
        </p:txBody>
      </p:sp>
    </p:spTree>
    <p:extLst>
      <p:ext uri="{BB962C8B-B14F-4D97-AF65-F5344CB8AC3E}">
        <p14:creationId xmlns:p14="http://schemas.microsoft.com/office/powerpoint/2010/main" val="33288166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B7755-5C6B-5D6D-313B-A9C594A69F6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A88584C-08F2-6418-890F-C3A4811A7EEC}"/>
              </a:ext>
            </a:extLst>
          </p:cNvPr>
          <p:cNvSpPr>
            <a:spLocks noGrp="1"/>
          </p:cNvSpPr>
          <p:nvPr>
            <p:ph idx="1"/>
          </p:nvPr>
        </p:nvSpPr>
        <p:spPr/>
        <p:txBody>
          <a:bodyPr/>
          <a:lstStyle/>
          <a:p>
            <a:r>
              <a:rPr lang="en-US" dirty="0"/>
              <a:t>If you wish to begin a direct quotation partway through a sentence of the original text, you will use an ellipsis to indicate you have omitted words </a:t>
            </a:r>
            <a:r>
              <a:rPr lang="en-US" b="1" dirty="0"/>
              <a:t>and </a:t>
            </a:r>
            <a:r>
              <a:rPr lang="en-US" dirty="0"/>
              <a:t>square brackets to </a:t>
            </a:r>
            <a:r>
              <a:rPr lang="en-US" dirty="0" err="1"/>
              <a:t>capitialize</a:t>
            </a:r>
            <a:r>
              <a:rPr lang="en-US" dirty="0"/>
              <a:t> the first word of your quotation. </a:t>
            </a:r>
          </a:p>
          <a:p>
            <a:endParaRPr lang="en-US" dirty="0"/>
          </a:p>
          <a:p>
            <a:r>
              <a:rPr lang="en-US" i="1" dirty="0"/>
              <a:t>“According to Horowitz et al., “ . . . [A]n electromechanical Helmholtz resonator excited by an incident acoustic field, successfully self-power[ed] an electret microphone” [1]. </a:t>
            </a:r>
            <a:endParaRPr lang="en-IN" dirty="0"/>
          </a:p>
        </p:txBody>
      </p:sp>
    </p:spTree>
    <p:extLst>
      <p:ext uri="{BB962C8B-B14F-4D97-AF65-F5344CB8AC3E}">
        <p14:creationId xmlns:p14="http://schemas.microsoft.com/office/powerpoint/2010/main" val="1602636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D331-99B4-001B-79A1-6C1549A9FBDC}"/>
              </a:ext>
            </a:extLst>
          </p:cNvPr>
          <p:cNvSpPr>
            <a:spLocks noGrp="1"/>
          </p:cNvSpPr>
          <p:nvPr>
            <p:ph type="title"/>
          </p:nvPr>
        </p:nvSpPr>
        <p:spPr/>
        <p:txBody>
          <a:bodyPr/>
          <a:lstStyle/>
          <a:p>
            <a:r>
              <a:rPr lang="en-IN" b="1" dirty="0"/>
              <a:t>Summarize without Plagiarism</a:t>
            </a:r>
            <a:endParaRPr lang="en-IN" dirty="0"/>
          </a:p>
        </p:txBody>
      </p:sp>
      <p:sp>
        <p:nvSpPr>
          <p:cNvPr id="3" name="Content Placeholder 2">
            <a:extLst>
              <a:ext uri="{FF2B5EF4-FFF2-40B4-BE49-F238E27FC236}">
                <a16:creationId xmlns:a16="http://schemas.microsoft.com/office/drawing/2014/main" id="{1FC986AF-6F28-0110-67E8-769B8996A4E1}"/>
              </a:ext>
            </a:extLst>
          </p:cNvPr>
          <p:cNvSpPr>
            <a:spLocks noGrp="1"/>
          </p:cNvSpPr>
          <p:nvPr>
            <p:ph idx="1"/>
          </p:nvPr>
        </p:nvSpPr>
        <p:spPr/>
        <p:txBody>
          <a:bodyPr/>
          <a:lstStyle/>
          <a:p>
            <a:r>
              <a:rPr lang="en-US" dirty="0"/>
              <a:t>To summarize without plagiarizing, thoroughly understand the original text, then rewrite the main ideas and key points in your own words using different sentence structures and vocabulary, while always providing a proper citation. </a:t>
            </a:r>
          </a:p>
          <a:p>
            <a:r>
              <a:rPr lang="en-US" dirty="0"/>
              <a:t>Avoid copying phrases verbatim, focus on the purpose of the text, and always compare your summary to the original to ensure it is not too similar. </a:t>
            </a:r>
            <a:endParaRPr lang="en-IN" dirty="0"/>
          </a:p>
        </p:txBody>
      </p:sp>
    </p:spTree>
    <p:extLst>
      <p:ext uri="{BB962C8B-B14F-4D97-AF65-F5344CB8AC3E}">
        <p14:creationId xmlns:p14="http://schemas.microsoft.com/office/powerpoint/2010/main" val="29263534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8488-4D77-AFE6-445F-B562EFE0BE41}"/>
              </a:ext>
            </a:extLst>
          </p:cNvPr>
          <p:cNvSpPr>
            <a:spLocks noGrp="1"/>
          </p:cNvSpPr>
          <p:nvPr>
            <p:ph type="title"/>
          </p:nvPr>
        </p:nvSpPr>
        <p:spPr/>
        <p:txBody>
          <a:bodyPr/>
          <a:lstStyle/>
          <a:p>
            <a:r>
              <a:rPr lang="en-US" b="1" dirty="0"/>
              <a:t>Steps to Summarize without Plagiarism</a:t>
            </a:r>
            <a:endParaRPr lang="en-IN" dirty="0"/>
          </a:p>
        </p:txBody>
      </p:sp>
      <p:sp>
        <p:nvSpPr>
          <p:cNvPr id="3" name="Content Placeholder 2">
            <a:extLst>
              <a:ext uri="{FF2B5EF4-FFF2-40B4-BE49-F238E27FC236}">
                <a16:creationId xmlns:a16="http://schemas.microsoft.com/office/drawing/2014/main" id="{D4D4D6E9-4D76-124D-F0FD-DC48FBCC2024}"/>
              </a:ext>
            </a:extLst>
          </p:cNvPr>
          <p:cNvSpPr>
            <a:spLocks noGrp="1"/>
          </p:cNvSpPr>
          <p:nvPr>
            <p:ph idx="1"/>
          </p:nvPr>
        </p:nvSpPr>
        <p:spPr/>
        <p:txBody>
          <a:bodyPr/>
          <a:lstStyle/>
          <a:p>
            <a:r>
              <a:rPr lang="en-US" b="1" dirty="0"/>
              <a:t>Understand the Original Text:</a:t>
            </a:r>
            <a:r>
              <a:rPr lang="en-US" dirty="0"/>
              <a:t> Read the source material several times to fully grasp its meaning and main arguments.</a:t>
            </a:r>
          </a:p>
          <a:p>
            <a:r>
              <a:rPr lang="en-US" b="1" dirty="0"/>
              <a:t>Identify Key Points:</a:t>
            </a:r>
            <a:r>
              <a:rPr lang="en-US" dirty="0"/>
              <a:t> Break the text into sections and note the most important information and arguments.</a:t>
            </a:r>
          </a:p>
          <a:p>
            <a:r>
              <a:rPr lang="en-US" b="1" dirty="0"/>
              <a:t>Rethink and Restructure:</a:t>
            </a:r>
            <a:r>
              <a:rPr lang="en-US" dirty="0"/>
              <a:t> Mentally (or on paper) categorize the information and plan how to present it in your own words.</a:t>
            </a:r>
          </a:p>
          <a:p>
            <a:r>
              <a:rPr lang="en-US" b="1" dirty="0"/>
              <a:t>Write in Your Own Words:</a:t>
            </a:r>
            <a:r>
              <a:rPr lang="en-US" dirty="0"/>
              <a:t> Close the original text and write the summary using your own vocabulary and sentence structures.</a:t>
            </a:r>
          </a:p>
          <a:p>
            <a:endParaRPr lang="en-IN" dirty="0"/>
          </a:p>
        </p:txBody>
      </p:sp>
    </p:spTree>
    <p:extLst>
      <p:ext uri="{BB962C8B-B14F-4D97-AF65-F5344CB8AC3E}">
        <p14:creationId xmlns:p14="http://schemas.microsoft.com/office/powerpoint/2010/main" val="7027276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7293B-2574-EC22-0F69-2AE8FD88A2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550F26-0FA7-7B25-DBFA-FE59734FA2B2}"/>
              </a:ext>
            </a:extLst>
          </p:cNvPr>
          <p:cNvSpPr>
            <a:spLocks noGrp="1"/>
          </p:cNvSpPr>
          <p:nvPr>
            <p:ph idx="1"/>
          </p:nvPr>
        </p:nvSpPr>
        <p:spPr/>
        <p:txBody>
          <a:bodyPr/>
          <a:lstStyle/>
          <a:p>
            <a:r>
              <a:rPr lang="en-US" b="1" dirty="0"/>
              <a:t>Focus on the Main Idea:</a:t>
            </a:r>
            <a:r>
              <a:rPr lang="en-US" dirty="0"/>
              <a:t> Eliminate unnecessary details, repetitive information, and specific examples, and use general terms instead.</a:t>
            </a:r>
          </a:p>
          <a:p>
            <a:r>
              <a:rPr lang="en-US" b="1" dirty="0"/>
              <a:t>Cite Your Source:</a:t>
            </a:r>
            <a:r>
              <a:rPr lang="en-US" dirty="0"/>
              <a:t> Even though you're using your own words, the ideas are not yours, so you must cite the original source.</a:t>
            </a:r>
          </a:p>
          <a:p>
            <a:r>
              <a:rPr lang="en-US" b="1" dirty="0"/>
              <a:t>Compare and Refine:</a:t>
            </a:r>
            <a:r>
              <a:rPr lang="en-US" dirty="0"/>
              <a:t> Check your summary against the original text to ensure the language isn't too close, and make revisions as needed. </a:t>
            </a:r>
          </a:p>
          <a:p>
            <a:endParaRPr lang="en-IN" dirty="0"/>
          </a:p>
        </p:txBody>
      </p:sp>
    </p:spTree>
    <p:extLst>
      <p:ext uri="{BB962C8B-B14F-4D97-AF65-F5344CB8AC3E}">
        <p14:creationId xmlns:p14="http://schemas.microsoft.com/office/powerpoint/2010/main" val="7206962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E5232-9770-9866-C674-7360C7429EA6}"/>
              </a:ext>
            </a:extLst>
          </p:cNvPr>
          <p:cNvSpPr>
            <a:spLocks noGrp="1"/>
          </p:cNvSpPr>
          <p:nvPr>
            <p:ph type="title"/>
          </p:nvPr>
        </p:nvSpPr>
        <p:spPr>
          <a:xfrm>
            <a:off x="1524000" y="5143501"/>
            <a:ext cx="9144000" cy="757317"/>
          </a:xfrm>
        </p:spPr>
        <p:txBody>
          <a:bodyPr vert="horz" lIns="91440" tIns="45720" rIns="91440" bIns="45720" rtlCol="0" anchor="b">
            <a:normAutofit/>
          </a:bodyPr>
          <a:lstStyle/>
          <a:p>
            <a:pPr algn="ctr"/>
            <a:r>
              <a:rPr lang="en-US" sz="3200"/>
              <a:t>Example</a:t>
            </a:r>
          </a:p>
        </p:txBody>
      </p:sp>
      <p:pic>
        <p:nvPicPr>
          <p:cNvPr id="5" name="Content Placeholder 4">
            <a:extLst>
              <a:ext uri="{FF2B5EF4-FFF2-40B4-BE49-F238E27FC236}">
                <a16:creationId xmlns:a16="http://schemas.microsoft.com/office/drawing/2014/main" id="{6512EAD7-B3EC-C036-EC7B-16BF75F71591}"/>
              </a:ext>
            </a:extLst>
          </p:cNvPr>
          <p:cNvPicPr>
            <a:picLocks noGrp="1" noChangeAspect="1"/>
          </p:cNvPicPr>
          <p:nvPr>
            <p:ph idx="1"/>
          </p:nvPr>
        </p:nvPicPr>
        <p:blipFill>
          <a:blip r:embed="rId2"/>
          <a:srcRect t="2408" r="1" b="6733"/>
          <a:stretch>
            <a:fillRect/>
          </a:stretch>
        </p:blipFill>
        <p:spPr>
          <a:xfrm>
            <a:off x="877414" y="886767"/>
            <a:ext cx="10437894" cy="4006930"/>
          </a:xfrm>
          <a:prstGeom prst="rect">
            <a:avLst/>
          </a:prstGeom>
        </p:spPr>
      </p:pic>
      <p:grpSp>
        <p:nvGrpSpPr>
          <p:cNvPr id="24" name="Group 23">
            <a:extLst>
              <a:ext uri="{FF2B5EF4-FFF2-40B4-BE49-F238E27FC236}">
                <a16:creationId xmlns:a16="http://schemas.microsoft.com/office/drawing/2014/main" id="{BE6E7D98-3D55-80C4-C8EA-40EC70EB1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6692" y="4888672"/>
            <a:ext cx="10439007" cy="123363"/>
            <a:chOff x="876692" y="4888672"/>
            <a:chExt cx="10439007" cy="123363"/>
          </a:xfrm>
        </p:grpSpPr>
        <p:sp>
          <p:nvSpPr>
            <p:cNvPr id="25" name="Rectangle 24">
              <a:extLst>
                <a:ext uri="{FF2B5EF4-FFF2-40B4-BE49-F238E27FC236}">
                  <a16:creationId xmlns:a16="http://schemas.microsoft.com/office/drawing/2014/main" id="{BA306F60-DCBC-4BDA-A680-F760056207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515" y="-269151"/>
              <a:ext cx="123362" cy="10439007"/>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C26A085-CFBC-6FED-8A8F-E9371A3AF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719273" y="2415609"/>
              <a:ext cx="123362" cy="5069490"/>
            </a:xfrm>
            <a:prstGeom prst="rect">
              <a:avLst/>
            </a:prstGeom>
            <a:gradFill>
              <a:gsLst>
                <a:gs pos="3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541868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3B2A5-EC97-BFAF-CA4C-30166FC11A5B}"/>
              </a:ext>
            </a:extLst>
          </p:cNvPr>
          <p:cNvSpPr>
            <a:spLocks noGrp="1"/>
          </p:cNvSpPr>
          <p:nvPr>
            <p:ph type="title"/>
          </p:nvPr>
        </p:nvSpPr>
        <p:spPr/>
        <p:txBody>
          <a:bodyPr/>
          <a:lstStyle/>
          <a:p>
            <a:r>
              <a:rPr lang="en-IN" b="1" dirty="0"/>
              <a:t>What about Common Knowledge? </a:t>
            </a:r>
            <a:endParaRPr lang="en-IN" dirty="0"/>
          </a:p>
        </p:txBody>
      </p:sp>
      <p:sp>
        <p:nvSpPr>
          <p:cNvPr id="3" name="Content Placeholder 2">
            <a:extLst>
              <a:ext uri="{FF2B5EF4-FFF2-40B4-BE49-F238E27FC236}">
                <a16:creationId xmlns:a16="http://schemas.microsoft.com/office/drawing/2014/main" id="{A36EA498-6BD4-1664-D80F-8E7579F9DAD2}"/>
              </a:ext>
            </a:extLst>
          </p:cNvPr>
          <p:cNvSpPr>
            <a:spLocks noGrp="1"/>
          </p:cNvSpPr>
          <p:nvPr>
            <p:ph idx="1"/>
          </p:nvPr>
        </p:nvSpPr>
        <p:spPr/>
        <p:txBody>
          <a:bodyPr/>
          <a:lstStyle/>
          <a:p>
            <a:r>
              <a:rPr lang="en-US" dirty="0"/>
              <a:t>You do not have to use quotations or cite sources if you are simply stating common knowledge. </a:t>
            </a:r>
          </a:p>
          <a:p>
            <a:r>
              <a:rPr lang="en-US" dirty="0"/>
              <a:t>For example, if you mention gravity in a paper, you do not have to cite Newton. </a:t>
            </a:r>
          </a:p>
          <a:p>
            <a:r>
              <a:rPr lang="en-US" dirty="0"/>
              <a:t>Typically, if a college undergraduate in a general engineering course knows the information, it counts as general knowledge. </a:t>
            </a:r>
          </a:p>
          <a:p>
            <a:r>
              <a:rPr lang="en-US" dirty="0"/>
              <a:t>Ohm’s law is general knowledge; Maxwell’s equations need to be cited. </a:t>
            </a:r>
            <a:endParaRPr lang="en-IN" dirty="0"/>
          </a:p>
        </p:txBody>
      </p:sp>
    </p:spTree>
    <p:extLst>
      <p:ext uri="{BB962C8B-B14F-4D97-AF65-F5344CB8AC3E}">
        <p14:creationId xmlns:p14="http://schemas.microsoft.com/office/powerpoint/2010/main" val="30105812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28F45-D835-F68B-51C9-7F6A0CBA49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52E4C5-9718-037A-5F3A-24F7EF25CB55}"/>
              </a:ext>
            </a:extLst>
          </p:cNvPr>
          <p:cNvSpPr>
            <a:spLocks noGrp="1"/>
          </p:cNvSpPr>
          <p:nvPr>
            <p:ph idx="1"/>
          </p:nvPr>
        </p:nvSpPr>
        <p:spPr/>
        <p:txBody>
          <a:bodyPr/>
          <a:lstStyle/>
          <a:p>
            <a:r>
              <a:rPr lang="en-US" dirty="0"/>
              <a:t>Be careful with scientific theories, laws, and formulae. </a:t>
            </a:r>
          </a:p>
          <a:p>
            <a:r>
              <a:rPr lang="en-US" dirty="0"/>
              <a:t>If you are in doubt whether an idea should be cited, go ahead and cite it. </a:t>
            </a:r>
          </a:p>
          <a:p>
            <a:r>
              <a:rPr lang="en-US" dirty="0"/>
              <a:t>When writing a formula, you do not put it in quotation marks, but you should introduce and cite the source. </a:t>
            </a:r>
            <a:endParaRPr lang="en-IN" dirty="0"/>
          </a:p>
        </p:txBody>
      </p:sp>
    </p:spTree>
    <p:extLst>
      <p:ext uri="{BB962C8B-B14F-4D97-AF65-F5344CB8AC3E}">
        <p14:creationId xmlns:p14="http://schemas.microsoft.com/office/powerpoint/2010/main" val="1790385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B7169B8-2507-43F4-A148-FA791CD9C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18CC7-2AAA-2824-4BBF-3ACE1AF4A697}"/>
              </a:ext>
            </a:extLst>
          </p:cNvPr>
          <p:cNvSpPr>
            <a:spLocks noGrp="1"/>
          </p:cNvSpPr>
          <p:nvPr>
            <p:ph type="title"/>
          </p:nvPr>
        </p:nvSpPr>
        <p:spPr>
          <a:xfrm>
            <a:off x="838199" y="3619967"/>
            <a:ext cx="5257801" cy="2413971"/>
          </a:xfrm>
        </p:spPr>
        <p:txBody>
          <a:bodyPr anchor="b">
            <a:normAutofit/>
          </a:bodyPr>
          <a:lstStyle/>
          <a:p>
            <a:r>
              <a:rPr lang="en-IN" sz="5600" b="1"/>
              <a:t>Example of cited formula </a:t>
            </a:r>
          </a:p>
        </p:txBody>
      </p:sp>
      <p:cxnSp>
        <p:nvCxnSpPr>
          <p:cNvPr id="12" name="Straight Connector 1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906628"/>
            <a:ext cx="0" cy="5942494"/>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6A3FC91-C145-4CD7-D607-F5EF302B39D2}"/>
              </a:ext>
            </a:extLst>
          </p:cNvPr>
          <p:cNvPicPr>
            <a:picLocks noChangeAspect="1"/>
          </p:cNvPicPr>
          <p:nvPr/>
        </p:nvPicPr>
        <p:blipFill>
          <a:blip r:embed="rId2"/>
          <a:stretch>
            <a:fillRect/>
          </a:stretch>
        </p:blipFill>
        <p:spPr>
          <a:xfrm>
            <a:off x="1193883" y="861824"/>
            <a:ext cx="4357359" cy="2250822"/>
          </a:xfrm>
          <a:prstGeom prst="rect">
            <a:avLst/>
          </a:prstGeom>
        </p:spPr>
      </p:pic>
      <p:grpSp>
        <p:nvGrpSpPr>
          <p:cNvPr id="14" name="Group 13">
            <a:extLst>
              <a:ext uri="{FF2B5EF4-FFF2-40B4-BE49-F238E27FC236}">
                <a16:creationId xmlns:a16="http://schemas.microsoft.com/office/drawing/2014/main" id="{15575A9B-DBF3-42FB-B0CA-CF2CC74D45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1620" y="635895"/>
            <a:ext cx="492251" cy="851541"/>
            <a:chOff x="5661620" y="635895"/>
            <a:chExt cx="492251" cy="851541"/>
          </a:xfrm>
        </p:grpSpPr>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61620" y="63589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2733" y="76951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41870" y="135972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1C6C1FBC-1CA9-E6BF-C59C-78F267E21F9E}"/>
              </a:ext>
            </a:extLst>
          </p:cNvPr>
          <p:cNvSpPr>
            <a:spLocks noGrp="1"/>
          </p:cNvSpPr>
          <p:nvPr>
            <p:ph idx="1"/>
          </p:nvPr>
        </p:nvSpPr>
        <p:spPr>
          <a:xfrm>
            <a:off x="7229042" y="698643"/>
            <a:ext cx="4124758" cy="5301467"/>
          </a:xfrm>
        </p:spPr>
        <p:txBody>
          <a:bodyPr anchor="b">
            <a:normAutofit/>
          </a:bodyPr>
          <a:lstStyle/>
          <a:p>
            <a:r>
              <a:rPr lang="en-US" sz="2000" i="1">
                <a:solidFill>
                  <a:schemeClr val="tx1">
                    <a:alpha val="80000"/>
                  </a:schemeClr>
                </a:solidFill>
              </a:rPr>
              <a:t>The power spectral density of excess noise in semiconductors was observed by Hooge [5] to exhibit an inverse dependence on frequency and is given by the following formula: </a:t>
            </a:r>
          </a:p>
          <a:p>
            <a:endParaRPr lang="en-US" sz="2000">
              <a:solidFill>
                <a:schemeClr val="tx1">
                  <a:alpha val="80000"/>
                </a:schemeClr>
              </a:solidFill>
            </a:endParaRPr>
          </a:p>
          <a:p>
            <a:pPr marL="0" indent="0">
              <a:buNone/>
            </a:pPr>
            <a:endParaRPr lang="en-IN" sz="2000">
              <a:solidFill>
                <a:schemeClr val="tx1">
                  <a:alpha val="80000"/>
                </a:schemeClr>
              </a:solidFill>
            </a:endParaRPr>
          </a:p>
          <a:p>
            <a:pPr marL="0" indent="0">
              <a:buNone/>
            </a:pPr>
            <a:endParaRPr lang="en-IN" sz="2000">
              <a:solidFill>
                <a:schemeClr val="tx1">
                  <a:alpha val="80000"/>
                </a:schemeClr>
              </a:solidFill>
            </a:endParaRPr>
          </a:p>
        </p:txBody>
      </p:sp>
    </p:spTree>
    <p:extLst>
      <p:ext uri="{BB962C8B-B14F-4D97-AF65-F5344CB8AC3E}">
        <p14:creationId xmlns:p14="http://schemas.microsoft.com/office/powerpoint/2010/main" val="30614651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28F6-23EF-91ED-2563-A428D54F54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DA2CE39-5788-C45A-8F25-85CCFC6B2F10}"/>
              </a:ext>
            </a:extLst>
          </p:cNvPr>
          <p:cNvSpPr>
            <a:spLocks noGrp="1"/>
          </p:cNvSpPr>
          <p:nvPr>
            <p:ph idx="1"/>
          </p:nvPr>
        </p:nvSpPr>
        <p:spPr/>
        <p:txBody>
          <a:bodyPr/>
          <a:lstStyle/>
          <a:p>
            <a:pPr algn="ctr"/>
            <a:endParaRPr lang="en-IN" dirty="0"/>
          </a:p>
          <a:p>
            <a:pPr marL="0" indent="0" algn="ctr">
              <a:buNone/>
            </a:pPr>
            <a:endParaRPr lang="en-IN" dirty="0"/>
          </a:p>
          <a:p>
            <a:pPr marL="0" indent="0" algn="ctr">
              <a:buNone/>
            </a:pPr>
            <a:r>
              <a:rPr lang="en-IN" sz="6600" b="1" dirty="0">
                <a:latin typeface="Amasis MT Pro Medium" panose="02040604050005020304" pitchFamily="18" charset="0"/>
              </a:rPr>
              <a:t>Thank You</a:t>
            </a:r>
          </a:p>
        </p:txBody>
      </p:sp>
    </p:spTree>
    <p:extLst>
      <p:ext uri="{BB962C8B-B14F-4D97-AF65-F5344CB8AC3E}">
        <p14:creationId xmlns:p14="http://schemas.microsoft.com/office/powerpoint/2010/main" val="1260770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F3A281-2A83-47DB-94A7-291AAA817F7E}">
  <we:reference id="b976bf9e-dd87-459f-840c-210c09b36273" version="3.0.0.3" store="EXCatalog" storeType="EXCatalog"/>
  <we:alternateReferences>
    <we:reference id="WA200005566" version="3.0.0.3"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149</TotalTime>
  <Words>3785</Words>
  <Application>Microsoft Office PowerPoint</Application>
  <PresentationFormat>Widescreen</PresentationFormat>
  <Paragraphs>249</Paragraphs>
  <Slides>61</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2" baseType="lpstr">
      <vt:lpstr>Amasis MT Pro Medium</vt:lpstr>
      <vt:lpstr>Aptos</vt:lpstr>
      <vt:lpstr>Aptos Display</vt:lpstr>
      <vt:lpstr>Arial</vt:lpstr>
      <vt:lpstr>Arial Rounded MT Bold</vt:lpstr>
      <vt:lpstr>Comic Sans MS</vt:lpstr>
      <vt:lpstr>Helvetica</vt:lpstr>
      <vt:lpstr>Times</vt:lpstr>
      <vt:lpstr>Wingdings</vt:lpstr>
      <vt:lpstr>Office Theme</vt:lpstr>
      <vt:lpstr>Clip</vt:lpstr>
      <vt:lpstr>Plagiarism How to Avoid It</vt:lpstr>
      <vt:lpstr>What's the origin of the word plagiarism?</vt:lpstr>
      <vt:lpstr>Defining Plagiarism</vt:lpstr>
      <vt:lpstr>PowerPoint Presentation</vt:lpstr>
      <vt:lpstr>What is Plagiarism?</vt:lpstr>
      <vt:lpstr>PowerPoint Presentation</vt:lpstr>
      <vt:lpstr>PowerPoint Presentation</vt:lpstr>
      <vt:lpstr>PowerPoint Presentation</vt:lpstr>
      <vt:lpstr>PowerPoint Presentation</vt:lpstr>
      <vt:lpstr>Types of Plagiarism</vt:lpstr>
      <vt:lpstr>Complete Plagiarism</vt:lpstr>
      <vt:lpstr>Source-based Plagiarism</vt:lpstr>
      <vt:lpstr>Direct Plagiarism</vt:lpstr>
      <vt:lpstr>Self or Auto Plagiarism</vt:lpstr>
      <vt:lpstr>Paraphrasing plagiarism</vt:lpstr>
      <vt:lpstr>Inaccurate Authorship</vt:lpstr>
      <vt:lpstr>Accidental Plagiarism</vt:lpstr>
      <vt:lpstr>Mosaic Plagiarism</vt:lpstr>
      <vt:lpstr>SOURCE NOT CITED</vt:lpstr>
      <vt:lpstr>PowerPoint Presentation</vt:lpstr>
      <vt:lpstr>SOURCES CITED (but still plagiarized!)</vt:lpstr>
      <vt:lpstr>PowerPoint Presentation</vt:lpstr>
      <vt:lpstr>Why People Plagiarise?</vt:lpstr>
      <vt:lpstr>Stop Plagiarism</vt:lpstr>
      <vt:lpstr>      </vt:lpstr>
      <vt:lpstr>Say No to Plagiarism</vt:lpstr>
      <vt:lpstr>Avoiding Plagiarism</vt:lpstr>
      <vt:lpstr>Avoiding Plagiarism</vt:lpstr>
      <vt:lpstr>Avoiding Plagiarism </vt:lpstr>
      <vt:lpstr>Avoiding Plagiarism</vt:lpstr>
      <vt:lpstr>Best Practices to Avoid Plagiarism</vt:lpstr>
      <vt:lpstr>Writing Parapharses and Summaries</vt:lpstr>
      <vt:lpstr>Writing Direct Quotations</vt:lpstr>
      <vt:lpstr>Writing About Another’s Ideas</vt:lpstr>
      <vt:lpstr>Revising, Proofreading and Finalizing you Writing</vt:lpstr>
      <vt:lpstr>How to Paraphrase </vt:lpstr>
      <vt:lpstr>Example 1</vt:lpstr>
      <vt:lpstr>Example 2</vt:lpstr>
      <vt:lpstr>Word for Word</vt:lpstr>
      <vt:lpstr>Example </vt:lpstr>
      <vt:lpstr>Quoting a Text </vt:lpstr>
      <vt:lpstr>Direct Quotations</vt:lpstr>
      <vt:lpstr>Examples</vt:lpstr>
      <vt:lpstr>Block Quotations</vt:lpstr>
      <vt:lpstr>Example</vt:lpstr>
      <vt:lpstr>Indirect Quotations</vt:lpstr>
      <vt:lpstr>Example</vt:lpstr>
      <vt:lpstr>Quotations within Quotations </vt:lpstr>
      <vt:lpstr>Examples</vt:lpstr>
      <vt:lpstr>Altering a Quotation </vt:lpstr>
      <vt:lpstr>Example of using square brackets </vt:lpstr>
      <vt:lpstr>Example of using an ellipsis </vt:lpstr>
      <vt:lpstr>PowerPoint Presentation</vt:lpstr>
      <vt:lpstr>Summarize without Plagiarism</vt:lpstr>
      <vt:lpstr>Steps to Summarize without Plagiarism</vt:lpstr>
      <vt:lpstr>PowerPoint Presentation</vt:lpstr>
      <vt:lpstr>Example</vt:lpstr>
      <vt:lpstr>What about Common Knowledge? </vt:lpstr>
      <vt:lpstr>PowerPoint Presentation</vt:lpstr>
      <vt:lpstr>Example of cited formula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Rahman</dc:creator>
  <cp:lastModifiedBy>Md Rahman</cp:lastModifiedBy>
  <cp:revision>1</cp:revision>
  <dcterms:created xsi:type="dcterms:W3CDTF">2025-09-16T05:21:11Z</dcterms:created>
  <dcterms:modified xsi:type="dcterms:W3CDTF">2025-09-18T05:53:57Z</dcterms:modified>
</cp:coreProperties>
</file>